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3c835515124f8a" /><Relationship Type="http://schemas.openxmlformats.org/officeDocument/2006/relationships/extended-properties" Target="/docProps/app.xml" Id="R053be5e3b292453a" /><Relationship Type="http://schemas.openxmlformats.org/officeDocument/2006/relationships/officeDocument" Target="/ppt/presentation.xml" Id="Rd7a2d4ce68a14da5" /></Relationships>
</file>

<file path=ppt/presentation.xml><?xml version="1.0" encoding="utf-8"?>
<p:presentation xmlns:p="http://schemas.openxmlformats.org/presentationml/2006/main">
  <p:sldMasterIdLst>
    <p:sldMasterId xmlns:r="http://schemas.openxmlformats.org/officeDocument/2006/relationships" id="2147483648" r:id="Rab23b284b6d84a2f"/>
  </p:sldMasterIdLst>
  <p:notesMasterIdLst>
    <p:notesMasterId xmlns:r="http://schemas.openxmlformats.org/officeDocument/2006/relationships" r:id="R3a1e237138ab457f"/>
  </p:notesMasterIdLst>
  <p:sldIdLst>
    <p:sldId xmlns:r="http://schemas.openxmlformats.org/officeDocument/2006/relationships" id="256" r:id="Rc0224c1804d34145"/>
    <p:sldId xmlns:r="http://schemas.openxmlformats.org/officeDocument/2006/relationships" id="257" r:id="R46280d01a26c4ed3"/>
    <p:sldId xmlns:r="http://schemas.openxmlformats.org/officeDocument/2006/relationships" id="258" r:id="R37875c002ed94f25"/>
    <p:sldId xmlns:r="http://schemas.openxmlformats.org/officeDocument/2006/relationships" id="259" r:id="Rff2c067f331c4739"/>
    <p:sldId xmlns:r="http://schemas.openxmlformats.org/officeDocument/2006/relationships" id="260" r:id="R279d001fd8704061"/>
    <p:sldId xmlns:r="http://schemas.openxmlformats.org/officeDocument/2006/relationships" id="261" r:id="Rb1924d072f774bc4"/>
    <p:sldId xmlns:r="http://schemas.openxmlformats.org/officeDocument/2006/relationships" id="262" r:id="Rfc4039b53c764076"/>
    <p:sldId xmlns:r="http://schemas.openxmlformats.org/officeDocument/2006/relationships" id="263" r:id="R7ff274a47e5f4c72"/>
    <p:sldId xmlns:r="http://schemas.openxmlformats.org/officeDocument/2006/relationships" id="264" r:id="R797cf764d2bc46fd"/>
    <p:sldId xmlns:r="http://schemas.openxmlformats.org/officeDocument/2006/relationships" id="265" r:id="R2db183e05fd945be"/>
    <p:sldId xmlns:r="http://schemas.openxmlformats.org/officeDocument/2006/relationships" id="266" r:id="R5e777da8b2f441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101c223f3f4d80" /><Relationship Type="http://schemas.openxmlformats.org/officeDocument/2006/relationships/slideMaster" Target="/ppt/slideMasters/slideMaster1.xml" Id="Rab23b284b6d84a2f" /><Relationship Type="http://schemas.openxmlformats.org/officeDocument/2006/relationships/notesMaster" Target="/ppt/notesMasters/notesMaster1.xml" Id="R3a1e237138ab457f" /><Relationship Type="http://schemas.openxmlformats.org/officeDocument/2006/relationships/presProps" Target="/ppt/presProps.xml" Id="R05e19ee069904e6b" /><Relationship Type="http://schemas.openxmlformats.org/officeDocument/2006/relationships/tableStyles" Target="/ppt/tableStyles.xml" Id="R6ff0a2609cf84543" /><Relationship Type="http://schemas.openxmlformats.org/officeDocument/2006/relationships/slide" Target="/ppt/slides/slide1.xml" Id="Rc0224c1804d34145" /><Relationship Type="http://schemas.openxmlformats.org/officeDocument/2006/relationships/slide" Target="/ppt/slides/slide2.xml" Id="R46280d01a26c4ed3" /><Relationship Type="http://schemas.openxmlformats.org/officeDocument/2006/relationships/slide" Target="/ppt/slides/slide3.xml" Id="R37875c002ed94f25" /><Relationship Type="http://schemas.openxmlformats.org/officeDocument/2006/relationships/slide" Target="/ppt/slides/slide4.xml" Id="Rff2c067f331c4739" /><Relationship Type="http://schemas.openxmlformats.org/officeDocument/2006/relationships/slide" Target="/ppt/slides/slide5.xml" Id="R279d001fd8704061" /><Relationship Type="http://schemas.openxmlformats.org/officeDocument/2006/relationships/slide" Target="/ppt/slides/slide6.xml" Id="Rb1924d072f774bc4" /><Relationship Type="http://schemas.openxmlformats.org/officeDocument/2006/relationships/slide" Target="/ppt/slides/slide7.xml" Id="Rfc4039b53c764076" /><Relationship Type="http://schemas.openxmlformats.org/officeDocument/2006/relationships/slide" Target="/ppt/slides/slide8.xml" Id="R7ff274a47e5f4c72" /><Relationship Type="http://schemas.openxmlformats.org/officeDocument/2006/relationships/slide" Target="/ppt/slides/slide9.xml" Id="R797cf764d2bc46fd" /><Relationship Type="http://schemas.openxmlformats.org/officeDocument/2006/relationships/slide" Target="/ppt/slides/slide10.xml" Id="R2db183e05fd945be" /><Relationship Type="http://schemas.openxmlformats.org/officeDocument/2006/relationships/slide" Target="/ppt/slides/slide11.xml" Id="R5e777da8b2f441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9cc92b37fb46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418c504e14452e" /><Relationship Type="http://schemas.openxmlformats.org/officeDocument/2006/relationships/notesMaster" Target="/ppt/notesMasters/notesMaster1.xml" Id="R4ae9692eeea84f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bc94f3ba804dc4" /><Relationship Type="http://schemas.openxmlformats.org/officeDocument/2006/relationships/notesMaster" Target="/ppt/notesMasters/notesMaster1.xml" Id="R61f1fae097d14b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53fe31022843e9" /><Relationship Type="http://schemas.openxmlformats.org/officeDocument/2006/relationships/notesMaster" Target="/ppt/notesMasters/notesMaster1.xml" Id="R711d1659e26646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7f7d04d6084a8b" /><Relationship Type="http://schemas.openxmlformats.org/officeDocument/2006/relationships/notesMaster" Target="/ppt/notesMasters/notesMaster1.xml" Id="R49c1574b7d4e47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25d2b563694fbb" /><Relationship Type="http://schemas.openxmlformats.org/officeDocument/2006/relationships/notesMaster" Target="/ppt/notesMasters/notesMaster1.xml" Id="Rb2582a93343247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da61351fd4eb8" /><Relationship Type="http://schemas.openxmlformats.org/officeDocument/2006/relationships/notesMaster" Target="/ppt/notesMasters/notesMaster1.xml" Id="R754877d2cd1147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7b2ab2ac714f9c" /><Relationship Type="http://schemas.openxmlformats.org/officeDocument/2006/relationships/notesMaster" Target="/ppt/notesMasters/notesMaster1.xml" Id="Read66dad13bb47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f0ff5068e4faf" /><Relationship Type="http://schemas.openxmlformats.org/officeDocument/2006/relationships/notesMaster" Target="/ppt/notesMasters/notesMaster1.xml" Id="R0b06d77ded9b47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f1a215f4564aea" /><Relationship Type="http://schemas.openxmlformats.org/officeDocument/2006/relationships/notesMaster" Target="/ppt/notesMasters/notesMaster1.xml" Id="Rd752ac91f92d44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9f9d84c92c452f" /><Relationship Type="http://schemas.openxmlformats.org/officeDocument/2006/relationships/notesMaster" Target="/ppt/notesMasters/notesMaster1.xml" Id="R19558301e3b648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e48ea5c3064e27" /><Relationship Type="http://schemas.openxmlformats.org/officeDocument/2006/relationships/notesMaster" Target="/ppt/notesMasters/notesMaster1.xml" Id="Rb48e200e7b7f45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Minimal cover. The car image from the supplied PDF was removed because the exact derivative is not verified and the title is clearer without a decorative vehicle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4f57e660ae4c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d51015d9824e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2f148f2a4440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c772a1cae345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680d0078e84f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82b492e72842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368A6B-1C52-46E1-9668-42B5C1AA9F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F89A7C-8CC7-41A0-B20B-5930F7FA85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3A3AAE-4AA1-4E58-8D60-5A9C449D60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D1ED85-E7B3-46D8-9CF2-B6555CE8A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24B14E-F0BF-432D-9B1E-C33E9625BA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5F0D5B-654A-4D35-8BBC-098603F3AA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1CBFD3-0E0D-4209-8BB8-B8F3B3070A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ED8DD2-E558-4BDE-B918-BE2AA6CBB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3FE5C9-CD82-4FB0-8A5E-0D27E875E0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629D1A-7C6B-4292-8BF0-EFFE372339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94fb3194d64377" /><Relationship Type="http://schemas.openxmlformats.org/officeDocument/2006/relationships/slideLayout" Target="/ppt/slideLayouts/slideLayout1.xml" Id="R60bacad5576e4a6f" /><Relationship Type="http://schemas.openxmlformats.org/officeDocument/2006/relationships/slideLayout" Target="/ppt/slideLayouts/slideLayout2.xml" Id="R71b0e1d227294f1f" /><Relationship Type="http://schemas.openxmlformats.org/officeDocument/2006/relationships/slideLayout" Target="/ppt/slideLayouts/slideLayout3.xml" Id="Ra150025f5c6b48e4" /><Relationship Type="http://schemas.openxmlformats.org/officeDocument/2006/relationships/slideLayout" Target="/ppt/slideLayouts/slideLayout4.xml" Id="Rd815a79a4d784aa4" /><Relationship Type="http://schemas.openxmlformats.org/officeDocument/2006/relationships/slideLayout" Target="/ppt/slideLayouts/slideLayout5.xml" Id="Ra25a8d7bcec2449d" /><Relationship Type="http://schemas.openxmlformats.org/officeDocument/2006/relationships/slideLayout" Target="/ppt/slideLayouts/slideLayout6.xml" Id="Rff6a4bbaa73e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bacad5576e4a6f"/>
    <p:sldLayoutId xmlns:r="http://schemas.openxmlformats.org/officeDocument/2006/relationships" id="2147483650" r:id="R71b0e1d227294f1f"/>
    <p:sldLayoutId xmlns:r="http://schemas.openxmlformats.org/officeDocument/2006/relationships" id="2147483651" r:id="Ra150025f5c6b48e4"/>
    <p:sldLayoutId xmlns:r="http://schemas.openxmlformats.org/officeDocument/2006/relationships" id="2147483652" r:id="Rd815a79a4d784aa4"/>
    <p:sldLayoutId xmlns:r="http://schemas.openxmlformats.org/officeDocument/2006/relationships" id="2147483653" r:id="Ra25a8d7bcec2449d"/>
    <p:sldLayoutId xmlns:r="http://schemas.openxmlformats.org/officeDocument/2006/relationships" id="2147483654" r:id="Rff6a4bbaa73e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a513db7b7c434c" /><Relationship Type="http://schemas.openxmlformats.org/officeDocument/2006/relationships/notesSlide" Target="/ppt/notesSlides/notesSlide1.xml" Id="R65ceca7852a143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cf33531f814aae" /><Relationship Type="http://schemas.openxmlformats.org/officeDocument/2006/relationships/notesSlide" Target="/ppt/notesSlides/notesSlide2.xml" Id="R1fb1513d1e7146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6843b6ebd94615" /><Relationship Type="http://schemas.openxmlformats.org/officeDocument/2006/relationships/image" Target="/ppt/media/image.jpeg" Id="R03dcb1180b8e485c" /><Relationship Type="http://schemas.openxmlformats.org/officeDocument/2006/relationships/notesSlide" Target="/ppt/notesSlides/notesSlide3.xml" Id="R6819e1b0ae7942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cf9da4586646aa" /><Relationship Type="http://schemas.openxmlformats.org/officeDocument/2006/relationships/notesSlide" Target="/ppt/notesSlides/notesSlide4.xml" Id="Rce6778ecabf645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f63f13a72f485e" /><Relationship Type="http://schemas.openxmlformats.org/officeDocument/2006/relationships/notesSlide" Target="/ppt/notesSlides/notesSlide5.xml" Id="R01a9e2f02539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3cc6fab93c4391" /><Relationship Type="http://schemas.openxmlformats.org/officeDocument/2006/relationships/notesSlide" Target="/ppt/notesSlides/notesSlide6.xml" Id="R5dce8c4ebc584c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3cfad388744489" /><Relationship Type="http://schemas.openxmlformats.org/officeDocument/2006/relationships/notesSlide" Target="/ppt/notesSlides/notesSlide7.xml" Id="R7b16c676d23e4e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04f9e445b94b77" /><Relationship Type="http://schemas.openxmlformats.org/officeDocument/2006/relationships/notesSlide" Target="/ppt/notesSlides/notesSlide8.xml" Id="Rd8879eb5804e41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a645e20d6d49bd" /><Relationship Type="http://schemas.openxmlformats.org/officeDocument/2006/relationships/notesSlide" Target="/ppt/notesSlides/notesSlide9.xml" Id="R23f9717cf8e647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6b776e5c504895" /><Relationship Type="http://schemas.openxmlformats.org/officeDocument/2006/relationships/notesSlide" Target="/ppt/notesSlides/notesSlide10.xml" Id="R6c5918bc41be42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18fd438501468e" /><Relationship Type="http://schemas.openxmlformats.org/officeDocument/2006/relationships/notesSlide" Target="/ppt/notesSlides/notesSlide11.xml" Id="Rf49c358415ea45aa" /></Relationships>
</file>

<file path=ppt/slides/slide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FC1B4A-1DC9-46C9-86F4-9EB228E04ADE}"/>
              </a:ext>
            </a:extLst>
          </p:cNvPr>
          <p:cNvSpPr>
            <a:spLocks xmlns:a="http://schemas.openxmlformats.org/drawingml/2006/main" noGrp="1"/>
          </p:cNvSpPr>
          <p:nvPr/>
        </p:nvSpPr>
        <p:spPr>
          <a:xfrm xmlns:a="http://schemas.openxmlformats.org/drawingml/2006/main">
            <a:off x="590550" y="5143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BMW VEHICLE REQUIREMENTS</a:t>
            </a:r>
          </a:p>
        </p:txBody>
      </p:sp>
      <p:sp>
        <p:nvSpPr>
          <p:cNvPr id="2" name="">
            <a:extLst xmlns:a="http://schemas.openxmlformats.org/drawingml/2006/main">
              <a:ext uri="{FF2B5EF4-FFF2-40B4-BE49-F238E27FC236}">
                <a16:creationId xmlns:a16="http://schemas.microsoft.com/office/drawing/2014/main" id="{637AB8E4-6505-490A-ACE8-1A5D136B78A2}"/>
              </a:ext>
            </a:extLst>
          </p:cNvPr>
          <p:cNvSpPr>
            <a:spLocks xmlns:a="http://schemas.openxmlformats.org/drawingml/2006/main" noGrp="1"/>
          </p:cNvSpPr>
          <p:nvPr/>
        </p:nvSpPr>
        <p:spPr>
          <a:xfrm xmlns:a="http://schemas.openxmlformats.org/drawingml/2006/main">
            <a:off x="590550" y="167640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61190E-015D-4A09-8856-72810399D4F4}"/>
              </a:ext>
            </a:extLst>
          </p:cNvPr>
          <p:cNvSpPr>
            <a:spLocks xmlns:a="http://schemas.openxmlformats.org/drawingml/2006/main" noGrp="1"/>
          </p:cNvSpPr>
          <p:nvPr/>
        </p:nvSpPr>
        <p:spPr>
          <a:xfrm xmlns:a="http://schemas.openxmlformats.org/drawingml/2006/main">
            <a:off x="552450" y="2095500"/>
            <a:ext cx="647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0" b="1">
                <a:solidFill>
                  <a:srgbClr val="FFFFFF"/>
                </a:solidFill>
                <a:latin typeface="Calibri"/>
                <a:ea typeface="Calibri"/>
                <a:cs typeface="Calibri"/>
              </a:defRPr>
            </a:defPPr>
          </a:lstStyle>
          <a:p xmlns:a="http://schemas.openxmlformats.org/drawingml/2006/main">
            <a:pPr algn="l">
              <a:defRPr sz="6900" b="1">
                <a:solidFill>
                  <a:srgbClr val="FFFFFF"/>
                </a:solidFill>
                <a:latin typeface="Calibri"/>
                <a:ea typeface="Calibri"/>
                <a:cs typeface="Calibri"/>
              </a:defRPr>
            </a:pPr>
            <a:r>
              <a:rPr sz="6900" b="1">
                <a:solidFill>
                  <a:srgbClr val="FFFFFF"/>
                </a:solidFill>
                <a:latin typeface="Calibri"/>
                <a:ea typeface="Calibri"/>
                <a:cs typeface="Calibri"/>
              </a:rPr>
              <a:t>FWD</a:t>
            </a:r>
          </a:p>
        </p:txBody>
      </p:sp>
      <p:sp>
        <p:nvSpPr>
          <p:cNvPr id="4" name="">
            <a:extLst xmlns:a="http://schemas.openxmlformats.org/drawingml/2006/main">
              <a:ext uri="{FF2B5EF4-FFF2-40B4-BE49-F238E27FC236}">
                <a16:creationId xmlns:a16="http://schemas.microsoft.com/office/drawing/2014/main" id="{791B2868-FB03-487E-B503-74F8920EF562}"/>
              </a:ext>
            </a:extLst>
          </p:cNvPr>
          <p:cNvSpPr>
            <a:spLocks xmlns:a="http://schemas.openxmlformats.org/drawingml/2006/main" noGrp="1"/>
          </p:cNvSpPr>
          <p:nvPr/>
        </p:nvSpPr>
        <p:spPr>
          <a:xfrm xmlns:a="http://schemas.openxmlformats.org/drawingml/2006/main">
            <a:off x="590550" y="3619500"/>
            <a:ext cx="857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Calibri"/>
                <a:ea typeface="Calibri"/>
                <a:cs typeface="Calibri"/>
              </a:defRPr>
            </a:def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Customer evidence → PM decisions</a:t>
            </a:r>
          </a:p>
        </p:txBody>
      </p:sp>
      <p:sp>
        <p:nvSpPr>
          <p:cNvPr id="5" name="">
            <a:extLst xmlns:a="http://schemas.openxmlformats.org/drawingml/2006/main">
              <a:ext uri="{FF2B5EF4-FFF2-40B4-BE49-F238E27FC236}">
                <a16:creationId xmlns:a16="http://schemas.microsoft.com/office/drawing/2014/main" id="{819CE0E9-8085-4AB5-899A-831557BC434C}"/>
              </a:ext>
            </a:extLst>
          </p:cNvPr>
          <p:cNvSpPr>
            <a:spLocks xmlns:a="http://schemas.openxmlformats.org/drawingml/2006/main" noGrp="1"/>
          </p:cNvSpPr>
          <p:nvPr/>
        </p:nvSpPr>
        <p:spPr>
          <a:xfrm xmlns:a="http://schemas.openxmlformats.org/drawingml/2006/main">
            <a:off x="609600" y="45339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C8D2E1"/>
                </a:solidFill>
                <a:latin typeface="Calibri"/>
                <a:ea typeface="Calibri"/>
                <a:cs typeface="Calibri"/>
              </a:defRPr>
            </a:defPPr>
          </a:lstStyle>
          <a:p xmlns:a="http://schemas.openxmlformats.org/drawingml/2006/main">
            <a:pPr algn="l">
              <a:defRPr sz="1800" b="0">
                <a:solidFill>
                  <a:srgbClr val="C8D2E1"/>
                </a:solidFill>
                <a:latin typeface="Calibri"/>
                <a:ea typeface="Calibri"/>
                <a:cs typeface="Calibri"/>
              </a:defRPr>
            </a:pPr>
            <a:r>
              <a:rPr sz="1800" b="0">
                <a:solidFill>
                  <a:srgbClr val="C8D2E1"/>
                </a:solidFill>
                <a:latin typeface="Calibri"/>
                <a:ea typeface="Calibri"/>
                <a:cs typeface="Calibri"/>
              </a:rPr>
              <a:t>AI-assisted vehicle requirements</a:t>
            </a:r>
          </a:p>
        </p:txBody>
      </p:sp>
      <p:sp>
        <p:nvSpPr>
          <p:cNvPr id="6" name="">
            <a:extLst xmlns:a="http://schemas.openxmlformats.org/drawingml/2006/main">
              <a:ext uri="{FF2B5EF4-FFF2-40B4-BE49-F238E27FC236}">
                <a16:creationId xmlns:a16="http://schemas.microsoft.com/office/drawing/2014/main" id="{11161811-380F-43B4-837A-9BBAF7E9D0D4}"/>
              </a:ext>
            </a:extLst>
          </p:cNvPr>
          <p:cNvSpPr>
            <a:spLocks xmlns:a="http://schemas.openxmlformats.org/drawingml/2006/main" noGrp="1"/>
          </p:cNvSpPr>
          <p:nvPr/>
        </p:nvSpPr>
        <p:spPr>
          <a:xfrm xmlns:a="http://schemas.openxmlformats.org/drawingml/2006/main">
            <a:off x="609600" y="605790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EBBD0"/>
                </a:solidFill>
                <a:latin typeface="Calibri"/>
                <a:ea typeface="Calibri"/>
                <a:cs typeface="Calibri"/>
              </a:defRPr>
            </a:defPPr>
          </a:lstStyle>
          <a:p xmlns:a="http://schemas.openxmlformats.org/drawingml/2006/main">
            <a:pPr algn="l">
              <a:defRPr sz="1050" b="0">
                <a:solidFill>
                  <a:srgbClr val="AEBBD0"/>
                </a:solidFill>
                <a:latin typeface="Calibri"/>
                <a:ea typeface="Calibri"/>
                <a:cs typeface="Calibri"/>
              </a:defRPr>
            </a:pPr>
            <a:r>
              <a:rPr sz="1050" b="0">
                <a:solidFill>
                  <a:srgbClr val="AEBBD0"/>
                </a:solidFill>
                <a:latin typeface="Calibri"/>
                <a:ea typeface="Calibri"/>
                <a:cs typeface="Calibri"/>
              </a:rPr>
              <a:t>BMW Vehicle Requirements Challenge</a:t>
            </a:r>
          </a:p>
        </p:txBody>
      </p:sp>
    </p:spTree>
    <p:extLst>
      <p:ext uri="{BB962C8B-B14F-4D97-AF65-F5344CB8AC3E}">
        <p14:creationId xmlns:p14="http://schemas.microsoft.com/office/powerpoint/2010/main" val="129858117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9FD5B9-2060-4026-B946-08F319A0120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9D4CA860-FCD2-4C5E-8887-6C4184BED73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58C9468D-DCD4-4B30-8159-0F4E34224E16}"/>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C10420E1-B0BB-4E9E-8D96-E0B71B75C2DB}"/>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8EBDD6A6-96FC-4CA4-A39F-367151E9F3B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F6FF9F30-5D88-4A88-B690-5B2D2D3E15C9}"/>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463EAC75-CEDB-4455-9D11-3D0D40425F5A}"/>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D9A6A2DA-1AFE-48C8-96D7-0FF62742D7D8}"/>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14EEB77F-6B4E-400F-ACAE-047FBABAC828}"/>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EBC1E6-3811-4D76-9361-3FA29DFBACE7}"/>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F0783B1D-2A44-49DD-9528-8CEBA76FD4C4}"/>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F100F43D-64BC-44E7-A22E-3B2E007BB530}"/>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F947954B-85CE-45B2-9D5E-1E625CB80D82}"/>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B40486DF-2C23-418A-A3F6-0BD5236223C8}"/>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CD6A8C25-0E77-40B4-A1B6-0BA440506C0E}"/>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ACD6B7C0-4C1F-4D7A-9DAE-0F1B02D09AE5}"/>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B7C0F191-804B-4731-BD08-11B0807D69F9}"/>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3E86A313-373E-4F56-ACBB-9C06C647C68B}"/>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F670DFE3-F813-4290-8A2F-5F0125FDD3C6}"/>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247449067"/>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56236FE-7C1B-4C2D-910E-560CEC525AEB}"/>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2AE8AF3-D54F-4733-B93A-EACCF4A6FCD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7381E95B-E3B4-4C0F-A0F0-B430B350F68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8FA1EF1-A378-478E-86CD-C92B79CC253A}"/>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6C70A688-5358-4946-8DD8-C9E411DA4CFD}"/>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2E642A11-7C4A-43E2-9300-654A85D6246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8029BADB-25FD-4E10-8792-862435830FDB}"/>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B0A66CB8-6441-4A23-8E1D-F1C10A412A2D}"/>
              </a:ext>
            </a:extLst>
          </p:cNvPr>
          <p:cNvPicPr>
            <a:picLocks xmlns:a="http://schemas.openxmlformats.org/drawingml/2006/main" noChangeAspect="1"/>
          </p:cNvPicPr>
          <p:nvPr/>
        </p:nvPicPr>
        <p:blipFill>
          <a:blip xmlns:r="http://schemas.openxmlformats.org/officeDocument/2006/relationships" xmlns:a="http://schemas.openxmlformats.org/drawingml/2006/main" r:embed="R03dcb1180b8e485c"/>
          <a:stretch xmlns:a="http://schemas.openxmlformats.org/drawingml/2006/main"/>
        </p:blipFill>
        <p:spPr>
          <a:xfrm xmlns:a="http://schemas.openxmlformats.org/drawingml/2006/main">
            <a:off x="552450" y="2362200"/>
            <a:ext cx="3905250" cy="3905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A6DE6EF-E7C4-4D56-B685-F8BCAE4C498B}"/>
              </a:ext>
            </a:extLst>
          </p:cNvPr>
          <p:cNvSpPr>
            <a:spLocks xmlns:a="http://schemas.openxmlformats.org/drawingml/2006/main" noGrp="1"/>
          </p:cNvSpPr>
          <p:nvPr/>
        </p:nvSpPr>
        <p:spPr>
          <a:xfrm xmlns:a="http://schemas.openxmlformats.org/drawingml/2006/main">
            <a:off x="51435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D04ACEE8-72C7-44AF-9CBF-87D53ADF884B}"/>
              </a:ext>
            </a:extLst>
          </p:cNvPr>
          <p:cNvSpPr>
            <a:spLocks xmlns:a="http://schemas.openxmlformats.org/drawingml/2006/main" noGrp="1"/>
          </p:cNvSpPr>
          <p:nvPr/>
        </p:nvSpPr>
        <p:spPr>
          <a:xfrm xmlns:a="http://schemas.openxmlformats.org/drawingml/2006/main">
            <a:off x="514350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E03B04A5-10B1-44ED-9184-735AC62B20D3}"/>
              </a:ext>
            </a:extLst>
          </p:cNvPr>
          <p:cNvSpPr>
            <a:spLocks xmlns:a="http://schemas.openxmlformats.org/drawingml/2006/main" noGrp="1"/>
          </p:cNvSpPr>
          <p:nvPr/>
        </p:nvSpPr>
        <p:spPr>
          <a:xfrm xmlns:a="http://schemas.openxmlformats.org/drawingml/2006/main">
            <a:off x="560070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7764412B-5072-4A4E-BBA0-EA5F1ECFDC1B}"/>
              </a:ext>
            </a:extLst>
          </p:cNvPr>
          <p:cNvSpPr>
            <a:spLocks xmlns:a="http://schemas.openxmlformats.org/drawingml/2006/main" noGrp="1"/>
          </p:cNvSpPr>
          <p:nvPr/>
        </p:nvSpPr>
        <p:spPr>
          <a:xfrm xmlns:a="http://schemas.openxmlformats.org/drawingml/2006/main">
            <a:off x="560070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B0B8C9BB-614E-4B53-8280-C19FA03F17CD}"/>
              </a:ext>
            </a:extLst>
          </p:cNvPr>
          <p:cNvSpPr>
            <a:spLocks xmlns:a="http://schemas.openxmlformats.org/drawingml/2006/main" noGrp="1"/>
          </p:cNvSpPr>
          <p:nvPr/>
        </p:nvSpPr>
        <p:spPr>
          <a:xfrm xmlns:a="http://schemas.openxmlformats.org/drawingml/2006/main">
            <a:off x="560070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243847-7E8F-4FDC-93CC-65FDCEF1800A}"/>
              </a:ext>
            </a:extLst>
          </p:cNvPr>
          <p:cNvSpPr>
            <a:spLocks xmlns:a="http://schemas.openxmlformats.org/drawingml/2006/main" noGrp="1"/>
          </p:cNvSpPr>
          <p:nvPr/>
        </p:nvSpPr>
        <p:spPr>
          <a:xfrm xmlns:a="http://schemas.openxmlformats.org/drawingml/2006/main">
            <a:off x="514350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F1BE7BCF-73CE-4A05-B792-12BD42AB80DF}"/>
              </a:ext>
            </a:extLst>
          </p:cNvPr>
          <p:cNvSpPr>
            <a:spLocks xmlns:a="http://schemas.openxmlformats.org/drawingml/2006/main" noGrp="1"/>
          </p:cNvSpPr>
          <p:nvPr/>
        </p:nvSpPr>
        <p:spPr>
          <a:xfrm xmlns:a="http://schemas.openxmlformats.org/drawingml/2006/main">
            <a:off x="560070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A3FA4F30-9C56-42A2-8270-DA1890202603}"/>
              </a:ext>
            </a:extLst>
          </p:cNvPr>
          <p:cNvSpPr>
            <a:spLocks xmlns:a="http://schemas.openxmlformats.org/drawingml/2006/main" noGrp="1"/>
          </p:cNvSpPr>
          <p:nvPr/>
        </p:nvSpPr>
        <p:spPr>
          <a:xfrm xmlns:a="http://schemas.openxmlformats.org/drawingml/2006/main">
            <a:off x="560070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2C9CC1E8-06FD-489E-A092-F1350D44D9DC}"/>
              </a:ext>
            </a:extLst>
          </p:cNvPr>
          <p:cNvSpPr>
            <a:spLocks xmlns:a="http://schemas.openxmlformats.org/drawingml/2006/main" noGrp="1"/>
          </p:cNvSpPr>
          <p:nvPr/>
        </p:nvSpPr>
        <p:spPr>
          <a:xfrm xmlns:a="http://schemas.openxmlformats.org/drawingml/2006/main">
            <a:off x="560070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62D179E-7E99-452B-B795-935C958D13BD}"/>
              </a:ext>
            </a:extLst>
          </p:cNvPr>
          <p:cNvSpPr>
            <a:spLocks xmlns:a="http://schemas.openxmlformats.org/drawingml/2006/main" noGrp="1"/>
          </p:cNvSpPr>
          <p:nvPr/>
        </p:nvSpPr>
        <p:spPr>
          <a:xfrm xmlns:a="http://schemas.openxmlformats.org/drawingml/2006/main">
            <a:off x="514350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F63DB453-4229-40BF-AE7B-4CF75128C5C4}"/>
              </a:ext>
            </a:extLst>
          </p:cNvPr>
          <p:cNvSpPr>
            <a:spLocks xmlns:a="http://schemas.openxmlformats.org/drawingml/2006/main" noGrp="1"/>
          </p:cNvSpPr>
          <p:nvPr/>
        </p:nvSpPr>
        <p:spPr>
          <a:xfrm xmlns:a="http://schemas.openxmlformats.org/drawingml/2006/main">
            <a:off x="560070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4958A28E-12C8-4231-86C2-FE05E922C25D}"/>
              </a:ext>
            </a:extLst>
          </p:cNvPr>
          <p:cNvSpPr>
            <a:spLocks xmlns:a="http://schemas.openxmlformats.org/drawingml/2006/main" noGrp="1"/>
          </p:cNvSpPr>
          <p:nvPr/>
        </p:nvSpPr>
        <p:spPr>
          <a:xfrm xmlns:a="http://schemas.openxmlformats.org/drawingml/2006/main">
            <a:off x="560070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4B1F475C-0F5D-4330-8DE3-D5F20BF7A60E}"/>
              </a:ext>
            </a:extLst>
          </p:cNvPr>
          <p:cNvSpPr>
            <a:spLocks xmlns:a="http://schemas.openxmlformats.org/drawingml/2006/main" noGrp="1"/>
          </p:cNvSpPr>
          <p:nvPr/>
        </p:nvSpPr>
        <p:spPr>
          <a:xfrm xmlns:a="http://schemas.openxmlformats.org/drawingml/2006/main">
            <a:off x="560070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69193B2-CEC5-4657-A200-B6B72FCEC2BB}"/>
              </a:ext>
            </a:extLst>
          </p:cNvPr>
          <p:cNvSpPr>
            <a:spLocks xmlns:a="http://schemas.openxmlformats.org/drawingml/2006/main" noGrp="1"/>
          </p:cNvSpPr>
          <p:nvPr/>
        </p:nvSpPr>
        <p:spPr>
          <a:xfrm xmlns:a="http://schemas.openxmlformats.org/drawingml/2006/main">
            <a:off x="514350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AC146D60-3F7C-462C-9973-6D23EE398307}"/>
              </a:ext>
            </a:extLst>
          </p:cNvPr>
          <p:cNvSpPr>
            <a:spLocks xmlns:a="http://schemas.openxmlformats.org/drawingml/2006/main" noGrp="1"/>
          </p:cNvSpPr>
          <p:nvPr/>
        </p:nvSpPr>
        <p:spPr>
          <a:xfrm xmlns:a="http://schemas.openxmlformats.org/drawingml/2006/main">
            <a:off x="560070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86D35491-8605-4104-BCE2-B72E49B2CB57}"/>
              </a:ext>
            </a:extLst>
          </p:cNvPr>
          <p:cNvSpPr>
            <a:spLocks xmlns:a="http://schemas.openxmlformats.org/drawingml/2006/main" noGrp="1"/>
          </p:cNvSpPr>
          <p:nvPr/>
        </p:nvSpPr>
        <p:spPr>
          <a:xfrm xmlns:a="http://schemas.openxmlformats.org/drawingml/2006/main">
            <a:off x="560070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943D5066-BD34-4DC6-A1CC-8E4470D267CE}"/>
              </a:ext>
            </a:extLst>
          </p:cNvPr>
          <p:cNvSpPr>
            <a:spLocks xmlns:a="http://schemas.openxmlformats.org/drawingml/2006/main" noGrp="1"/>
          </p:cNvSpPr>
          <p:nvPr/>
        </p:nvSpPr>
        <p:spPr>
          <a:xfrm xmlns:a="http://schemas.openxmlformats.org/drawingml/2006/main">
            <a:off x="560070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1249446162"/>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B2D1BD1-7B73-4A25-8235-16CAA8D3946D}"/>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36196C2E-8142-41E2-83F4-A08796EED28F}"/>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CB51D9E5-F86A-4C0D-9B66-B6F9E4876D4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BE0F3401-BAF7-4DAD-BF4D-0701EA15187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13801E8F-C17C-48FC-8B89-E83C385AC570}"/>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66176FD0-20C9-435B-A55B-06AD68DAFA4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3BBBA156-1515-4F2B-9CB3-12D27D4A4CE3}"/>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15947F37-AB6E-4756-B54D-92308F7BC108}"/>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35B3D847-FCEA-400C-8F64-045499954B76}"/>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F7158376-AF02-4136-983E-1A7745FF28E9}"/>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3BD514FC-68C6-450D-823F-DC2CF7676E85}"/>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4A8169-2678-4399-B536-C9848DF80EC4}"/>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63C4B592-EBAB-40C7-97C3-B69BBB91CEB3}"/>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D5A0A263-8AAB-4E0D-ABD1-4B354B62BCD4}"/>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407CB82B-F469-4F7D-88D6-F1F6AB895BC0}"/>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C1BA9B-6AF8-494B-9CA4-B08735851E82}"/>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0FC74678-28E9-4966-BBFC-5F1C165A837E}"/>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4423FAD1-5776-4C38-AEF9-9364FB5954CE}"/>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DEDDFB66-1D45-4C83-88AF-BE470E65EC32}"/>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815648-ADAE-488B-974E-185C520DCDF8}"/>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838EAAE9-80FF-49A7-B48B-87203B3FCD6C}"/>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31B8E1CD-7BE2-47CF-8292-DE34D5043634}"/>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AC45B33D-DC96-409B-90BD-5A61E557606A}"/>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3D8084A-D7C1-43C7-88E7-853D5743EF61}"/>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23B6B71A-7075-4B29-A863-1AA9DC8F2C01}"/>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02F973C9-F5C9-44A2-900A-466EAE7FF1CE}"/>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7AFE5202-EE22-417A-B6C7-02190067962B}"/>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F7EAF7D-494A-4BB6-870B-05922FDF7720}"/>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Deep Dive research during analysis; Reimagine after proposals. PM edits create a new version; prior versions stay inspectable.</a:t>
            </a:r>
          </a:p>
        </p:txBody>
      </p:sp>
    </p:spTree>
    <p:extLst>
      <p:ext uri="{BB962C8B-B14F-4D97-AF65-F5344CB8AC3E}">
        <p14:creationId xmlns:p14="http://schemas.microsoft.com/office/powerpoint/2010/main" val="2013648248"/>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F5DBE5-B8DC-4716-97E6-47154AF08B1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FD8BD8A-956F-4791-80D3-BBF4EA490EB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12F5BF1-907A-4479-80C3-3E7D18F8209F}"/>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BBC85A40-AF54-4BF5-AB00-06B6807C6416}"/>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AA0A7CEC-2851-435E-AFCA-E8865D45000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AADCA08E-116D-4859-BE67-988015D49FE3}"/>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9C6A5916-F05C-4FC6-8ABA-BCF6F4EA37F3}"/>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1773B9-A30C-4387-B166-1E6F2C11AB46}"/>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6E32F844-6AFC-44FA-8046-94FB399B8E39}"/>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1030044957"/>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3A5083-38D1-482F-934A-6756DA9054F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A46F255D-2544-4EAD-866F-C645C2C0EA2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7C9CD09-0E37-4388-A9BD-4F8886442ACF}"/>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113C02FF-BC2D-4692-8309-23C0415440A4}"/>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E899392B-40A1-4CC2-B349-E4F6E13AB643}"/>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0135FFDD-2825-4E47-B10C-777E099F2927}"/>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9AD8CFA7-D812-43FD-8FD7-B06DF356C570}"/>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8071B7-829A-481A-8A32-A66FABE2F5BF}"/>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BA981E04-9A19-4011-9A18-21CAEC78CFD3}"/>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B68332C6-3EF2-4559-8A85-094A745FD5A5}"/>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FAB03C-F171-47FC-89B9-63AC5E5529AF}"/>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1CE2AA-36D4-40C8-8E3A-F6F8312B1019}"/>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AF4B603-DCB7-4038-B191-09AA7A325B36}"/>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EC4BDB-6C16-46F1-9C69-0D54DA3D3D1A}"/>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4BF3B624-7B0A-48EB-9F2E-09918E1798BA}"/>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6D24C8AE-A325-493C-AB21-FFBBE69ABE04}"/>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9D5B1DB6-CBFA-4B04-9BA4-9171D9978F7D}"/>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2B176B3E-520B-4ED3-A508-F61F8ECBE9C1}"/>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167DF0A2-68F6-4ED3-8F21-E4E1E91F1A1D}"/>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6C6D14E1-5727-471D-86EC-A7F761380C62}"/>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4739513B-0560-4E29-9889-A55A30184AC9}"/>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100495999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1B36256-4FA2-4AB5-BE1C-02B517849640}"/>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4315793-CE92-4C9C-9515-0C14DAEE0D7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020CD68-375F-4E58-B1B3-00D6908C27F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258BA9E6-C932-44E0-A830-A1166FC0A579}"/>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763DE068-8690-4A00-BCBC-8EF2756CB14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96611728-2E4C-44FD-9DAE-7740F06A60F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D4C11839-769A-4C35-9002-3C9AF787456D}"/>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B40F86A-D937-4025-BCC1-05051C93DF80}"/>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8B4B59BA-34FF-4166-820A-680930348D1C}"/>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B09538B5-8923-465D-9AB6-C99B048893FB}"/>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BB0B6A2E-9201-4456-94AA-49A0034DC9CA}"/>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FCFF5AD2-21E7-4A8B-A76F-421414CAF1D8}"/>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BABA138F-CB19-4D43-81E4-BB997D8AF0E1}"/>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CF4B120F-948A-4A03-BB24-D3ECC11B41C2}"/>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3A7B9963-00FE-451A-93B6-54332D25BB05}"/>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BAE2F990-1065-4B27-AD23-FA9BBBBF1488}"/>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D3903D7E-1AB0-4FEE-9864-596A3FEF699E}"/>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F8C2B176-BAA7-451D-ACB0-F78D15BEBBD1}"/>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7101FEC6-3326-45E8-99ED-BA0CA2591DA7}"/>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EE2A66B7-CE65-4901-938B-A680F7500CE9}"/>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6ADCBCD2-2160-4B55-9396-193F2DFC92EE}"/>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E500A9-6F18-423B-98A7-59750A81DE14}"/>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FB2A8461-3D6D-497F-8DDE-BBEAA07CCCCF}"/>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A8FF7065-8B3C-4F5E-87B6-EA4FF85AAC05}"/>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00ECA7A3-95CF-472C-B3BB-EEE431FC45F7}"/>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180166882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F4E5ED4-A9E5-4F99-9E6C-C1637AE7533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9176B42-E883-4ED7-AEEC-55D94C36010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64711A5-D105-4BF1-B178-9FAED2D37239}"/>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850AFD00-6EC6-461F-9820-435F4E4224EB}"/>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DCB86BD4-5C06-49F3-8BAB-D49D1ADC4270}"/>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C90540A2-A2B6-4C88-8DCF-65B3A64DEF0D}"/>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06EFC563-8ECF-45FF-88E3-4E0A57EE9925}"/>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32C0A7-BDB2-4B84-9FCC-546A2923266C}"/>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53F440D2-0FD0-4B1C-9EAB-59AFADB4AA60}"/>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547D4100-1F5F-4454-943F-4E12587AECCF}"/>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7738B7-22C4-4572-9F59-D2EB1D943A6D}"/>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BDF3DB72-4724-4642-9C56-C81597EB9CEE}"/>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68FC4E97-6ED9-4D86-BA49-074436891466}"/>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C0BFD6ED-9A26-454E-8A0A-2CD2B5E61B31}"/>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9DB7811C-4453-4556-AF96-FC3404EDA31F}"/>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D2482163-6117-473E-8266-32431845D384}"/>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7B9AFB88-6DAD-4D84-8AF7-F41B019E88CD}"/>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73C1BC79-4972-4182-85EA-C39EF1186119}"/>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4CE101-9FB3-4A2D-8713-CC015CB845D2}"/>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21C6FBB9-CB6F-4283-B42C-9B87FB28919A}"/>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293C1D40-E8BC-4D1B-8D3E-4164E3CF6E58}"/>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54CF2B48-93D2-46F1-86F8-DC1678FB7D03}"/>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D44BCE65-355D-4600-A004-217AF623526C}"/>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7B7B353-C937-459D-B1C8-A63214FA3838}"/>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B51FE81A-DB48-453F-800D-3B0131CCE405}"/>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40836776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C50499E-71C3-4B93-A387-BA4E03A371B9}"/>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3A6F799D-9FB1-4E83-B9C5-24AA92F3C17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3CE1851-45DC-4A9A-8C9B-21F08B68964C}"/>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1AF0E9C-806D-48EB-9579-987A947E48B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3D1D4F58-9C69-4FB4-876E-3C598E9B542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62D1AC4A-7469-4BA1-9D93-55AA78D023F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3CA24D9D-097D-49E1-B7CA-7986F90F6364}"/>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298949EB-5C83-4A15-A1DA-3056BAA17E71}"/>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B55E5A5E-190D-42BB-BBC5-CCD38B092300}"/>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46ED949E-7573-4389-B5CC-EFD80DAC9888}"/>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95E0DE-0637-4175-96B9-B143CFB1D8C5}"/>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B5139786-26EA-4C4A-9AB3-8FF3E31312DF}"/>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EE581586-B79B-4A54-A195-4883E7F7C663}"/>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3B00BDDD-7A7A-4D70-A70A-F74760106F9A}"/>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6429EC38-F582-4CF2-B06D-8634A107401F}"/>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141D4A20-B1B7-4758-A731-55144EB9DF0A}"/>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B6A68E1-D4A4-4AAA-A3A6-163072EA577E}"/>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875EBA9D-53E8-42FA-BC5C-28D5F200B418}"/>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255A987E-91B5-4FB6-BF70-6D22483C43EE}"/>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2DC97C-138E-462B-AF0F-C9F895483BD7}"/>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39B4A1D3-C404-4DCE-A7FA-66EB1781F4A2}"/>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54A594B-3C19-499A-B68D-BABC14E80BB8}"/>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9C72CCEF-D8D4-4BCE-8CF8-B49B41C6325A}"/>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92741338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C77DE4B-5E49-45DE-BEBB-38794A474B78}"/>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7055876-8C30-4600-B024-718F99E8B57A}"/>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7A221C67-6A90-40DF-9DE9-C0617FBAD089}"/>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0D8B448-210C-493F-9D18-AF80EAD56454}"/>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4A81E3B2-1334-4299-B3EC-E8F54BDDE348}"/>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AB7A251F-A675-4239-8EA3-2E1CFA68C35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A94269B0-C798-4DE9-AACC-3DA329C65111}"/>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4CB1A396-C7A1-4DEF-A90A-4E7D926A9431}"/>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D2DEB18C-0B88-4FBA-ABA4-196BDD485ACD}"/>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6E8CB505-B92D-486A-81AA-8C4AE5DDBF85}"/>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D4EABD92-FAD6-4CD1-9E5D-7D5AED44A00F}"/>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98D1AFD4-FF5F-4956-9F9D-04A8EC370904}"/>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763755BE-0B55-467F-9204-0583D5DB2745}"/>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44112DDF-6034-4022-B14E-861A0DFB6141}"/>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DB6DC739-10F9-4C24-9F9E-43546C266E98}"/>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00983459-BC58-4729-9F7D-64ADA07CE711}"/>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553AF066-039E-48BE-A95D-313B733C9C57}"/>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F77BB19E-022C-41C3-B674-073ECBBE514A}"/>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0F49F-A1E9-4754-8C6B-B156CEEA4A95}"/>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8BCF7933-E7D0-4CA3-96C6-4E6E6355C0AE}"/>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2D1B9AB6-9E63-43F7-87EC-78C65CB8FA66}"/>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569E920A-ABC2-4E73-B29A-D6F98F12A2B6}"/>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C49E7A04-D321-4224-94FF-7CC96E3D01F5}"/>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BD893100-B8A4-4C88-ADE3-68A484C0CE85}"/>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2CA56525-B6BE-4884-B744-FBDB9982EB23}"/>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F8CA0D0C-510A-476F-BBC7-075DDE789A4B}"/>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ABA28F5D-6750-4413-8D1C-42982DBDE1B8}"/>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591C8380-4D8B-4FC0-9E67-F1B941BFF23E}"/>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650527642"/>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D927D94-F847-4C38-85D1-D4AC21A22D14}"/>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A4EAEC62-0E8C-4C3B-A042-45ADA13D8E8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D6BD7195-6DAC-4CA0-B052-00FE0ECD4BD9}"/>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D9F7BA88-BB83-4675-8FEB-83EA8049F34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64EA7826-6A5F-4209-BB57-D0DF9AB15497}"/>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F7836654-D803-4869-8834-AA4EFC245BFB}"/>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8670B6C8-27A4-4CED-8D82-54C7B52ABEDC}"/>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BA1B880D-1333-477A-BDCF-9BE850D1DCB7}"/>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FDE62F51-5C75-488C-B63B-55A90895C810}"/>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B92408BE-A0A9-4DCE-9974-32667E25A406}"/>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3A08B29C-F44A-4DC6-9CC8-A3A840FD8E01}"/>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0E6D1BE2-7E7B-4FB8-A3AC-46A24D0E16C1}"/>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C6EF9F26-672B-4F39-AE42-44D2ED303959}"/>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97E20420-043B-4DBB-AC58-324B4CD57774}"/>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1586380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2026-10-11T05:33:08.6800000Z</dcterms:created>
  <dcterms:modified xsi:type="dcterms:W3CDTF">2026-10-11T05:33:08.6800000Z</dcterms:modified>
</coreProperties>
</file>