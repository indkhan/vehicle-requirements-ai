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86eb45b8e40df" /><Relationship Type="http://schemas.openxmlformats.org/officeDocument/2006/relationships/extended-properties" Target="/docProps/app.xml" Id="Rb97b82c9270544d5" /><Relationship Type="http://schemas.openxmlformats.org/officeDocument/2006/relationships/officeDocument" Target="/ppt/presentation.xml" Id="R46daf0c4ebbe46ad" /></Relationships>
</file>

<file path=ppt/presentation.xml><?xml version="1.0" encoding="utf-8"?>
<p:presentation xmlns:p="http://schemas.openxmlformats.org/presentationml/2006/main">
  <p:sldMasterIdLst>
    <p:sldMasterId xmlns:r="http://schemas.openxmlformats.org/officeDocument/2006/relationships" id="2147483648" r:id="R08ec57a8d21549e3"/>
  </p:sldMasterIdLst>
  <p:notesMasterIdLst>
    <p:notesMasterId xmlns:r="http://schemas.openxmlformats.org/officeDocument/2006/relationships" r:id="R7672190417cd40d9"/>
  </p:notesMasterIdLst>
  <p:sldIdLst>
    <p:sldId xmlns:r="http://schemas.openxmlformats.org/officeDocument/2006/relationships" id="256" r:id="R1b49242cfe6a415f"/>
    <p:sldId xmlns:r="http://schemas.openxmlformats.org/officeDocument/2006/relationships" id="257" r:id="Rf192b7616dc44b2d"/>
    <p:sldId xmlns:r="http://schemas.openxmlformats.org/officeDocument/2006/relationships" id="258" r:id="Rd76743137a464c81"/>
    <p:sldId xmlns:r="http://schemas.openxmlformats.org/officeDocument/2006/relationships" id="259" r:id="R3dc44d2d75cf4639"/>
    <p:sldId xmlns:r="http://schemas.openxmlformats.org/officeDocument/2006/relationships" id="260" r:id="R12222c17ba154e22"/>
    <p:sldId xmlns:r="http://schemas.openxmlformats.org/officeDocument/2006/relationships" id="261" r:id="R9ba44f5bbb1642bf"/>
    <p:sldId xmlns:r="http://schemas.openxmlformats.org/officeDocument/2006/relationships" id="262" r:id="R927a78523d9d410c"/>
    <p:sldId xmlns:r="http://schemas.openxmlformats.org/officeDocument/2006/relationships" id="263" r:id="R53978f3b5fd24ef6"/>
    <p:sldId xmlns:r="http://schemas.openxmlformats.org/officeDocument/2006/relationships" id="264" r:id="R5965599c491947df"/>
    <p:sldId xmlns:r="http://schemas.openxmlformats.org/officeDocument/2006/relationships" id="265" r:id="R7800edf8ecc24235"/>
    <p:sldId xmlns:r="http://schemas.openxmlformats.org/officeDocument/2006/relationships" id="266" r:id="R6afafa0eace448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46e529049e4390" /><Relationship Type="http://schemas.openxmlformats.org/officeDocument/2006/relationships/slideMaster" Target="/ppt/slideMasters/slideMaster1.xml" Id="R08ec57a8d21549e3" /><Relationship Type="http://schemas.openxmlformats.org/officeDocument/2006/relationships/notesMaster" Target="/ppt/notesMasters/notesMaster1.xml" Id="R7672190417cd40d9" /><Relationship Type="http://schemas.openxmlformats.org/officeDocument/2006/relationships/presProps" Target="/ppt/presProps.xml" Id="R24d63349907c42e8" /><Relationship Type="http://schemas.openxmlformats.org/officeDocument/2006/relationships/tableStyles" Target="/ppt/tableStyles.xml" Id="R0dff0a9bef424038" /><Relationship Type="http://schemas.openxmlformats.org/officeDocument/2006/relationships/slide" Target="/ppt/slides/slide1.xml" Id="R1b49242cfe6a415f" /><Relationship Type="http://schemas.openxmlformats.org/officeDocument/2006/relationships/slide" Target="/ppt/slides/slide2.xml" Id="Rf192b7616dc44b2d" /><Relationship Type="http://schemas.openxmlformats.org/officeDocument/2006/relationships/slide" Target="/ppt/slides/slide3.xml" Id="Rd76743137a464c81" /><Relationship Type="http://schemas.openxmlformats.org/officeDocument/2006/relationships/slide" Target="/ppt/slides/slide4.xml" Id="R3dc44d2d75cf4639" /><Relationship Type="http://schemas.openxmlformats.org/officeDocument/2006/relationships/slide" Target="/ppt/slides/slide5.xml" Id="R12222c17ba154e22" /><Relationship Type="http://schemas.openxmlformats.org/officeDocument/2006/relationships/slide" Target="/ppt/slides/slide6.xml" Id="R9ba44f5bbb1642bf" /><Relationship Type="http://schemas.openxmlformats.org/officeDocument/2006/relationships/slide" Target="/ppt/slides/slide7.xml" Id="R927a78523d9d410c" /><Relationship Type="http://schemas.openxmlformats.org/officeDocument/2006/relationships/slide" Target="/ppt/slides/slide8.xml" Id="R53978f3b5fd24ef6" /><Relationship Type="http://schemas.openxmlformats.org/officeDocument/2006/relationships/slide" Target="/ppt/slides/slide9.xml" Id="R5965599c491947df" /><Relationship Type="http://schemas.openxmlformats.org/officeDocument/2006/relationships/slide" Target="/ppt/slides/slide10.xml" Id="R7800edf8ecc24235" /><Relationship Type="http://schemas.openxmlformats.org/officeDocument/2006/relationships/slide" Target="/ppt/slides/slide11.xml" Id="R6afafa0eace448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4932fb5aff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162b451204443f" /><Relationship Type="http://schemas.openxmlformats.org/officeDocument/2006/relationships/notesMaster" Target="/ppt/notesMasters/notesMaster1.xml" Id="Rba9bbdd7597743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5eb7abe338472d" /><Relationship Type="http://schemas.openxmlformats.org/officeDocument/2006/relationships/notesMaster" Target="/ppt/notesMasters/notesMaster1.xml" Id="R72a1e4b5a2344c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7316d021e845d7" /><Relationship Type="http://schemas.openxmlformats.org/officeDocument/2006/relationships/notesMaster" Target="/ppt/notesMasters/notesMaster1.xml" Id="R82e38a6a569f4b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c3df9161d74370" /><Relationship Type="http://schemas.openxmlformats.org/officeDocument/2006/relationships/notesMaster" Target="/ppt/notesMasters/notesMaster1.xml" Id="Re36172e9128a44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3429df86874849" /><Relationship Type="http://schemas.openxmlformats.org/officeDocument/2006/relationships/notesMaster" Target="/ppt/notesMasters/notesMaster1.xml" Id="R178d57a6f7d541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1f3b9b90474725" /><Relationship Type="http://schemas.openxmlformats.org/officeDocument/2006/relationships/notesMaster" Target="/ppt/notesMasters/notesMaster1.xml" Id="R198d4e1181ec48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927cf47e2444a0" /><Relationship Type="http://schemas.openxmlformats.org/officeDocument/2006/relationships/notesMaster" Target="/ppt/notesMasters/notesMaster1.xml" Id="R8f655c0a4fc540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2523e1b5be4901" /><Relationship Type="http://schemas.openxmlformats.org/officeDocument/2006/relationships/notesMaster" Target="/ppt/notesMasters/notesMaster1.xml" Id="Rf185a490fbee44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2628d1b62f4b69" /><Relationship Type="http://schemas.openxmlformats.org/officeDocument/2006/relationships/notesMaster" Target="/ppt/notesMasters/notesMaster1.xml" Id="R462e9f2c088447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4d683311f04f3b" /><Relationship Type="http://schemas.openxmlformats.org/officeDocument/2006/relationships/notesMaster" Target="/ppt/notesMasters/notesMaster1.xml" Id="R84a3a8ad179b47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da31fd9dd246b4" /><Relationship Type="http://schemas.openxmlformats.org/officeDocument/2006/relationships/notesMaster" Target="/ppt/notesMasters/notesMaster1.xml" Id="R836350bc5853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uses the original 2560×1440 1 Series frame from frontend/public/images/bmw/exterior/31GE/04.webp, not a screenshot. Vehicle is representative front-page imagery; it does not prove a particular equipment variant or BMW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bfdd52b6d342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e8f7fcfeab42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2df1d9b30848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e794cd4b11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9c5dfd8d074d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2b7d26a3b041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C692C8-503B-4792-9048-AEFA3014F6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9A6682-027E-477D-965D-7A9B53C5BA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1B00EB-3F47-4C25-BBEA-18E861BDF56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75321-EEB3-445E-BC71-F31AABFBAC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6DAD4E-BA54-4EEF-829C-7936F4AA258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F68F20-FF56-43E9-9727-C68962F4BE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B8ECBD-CE5F-49FB-A484-B45BE91B9A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D619A9-B2D5-459E-8091-320AAACE04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08C391-E851-44FB-95A5-314A4D5FCD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B673E2-A25C-4E51-946B-58AE67254B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cd56767f914c55" /><Relationship Type="http://schemas.openxmlformats.org/officeDocument/2006/relationships/slideLayout" Target="/ppt/slideLayouts/slideLayout1.xml" Id="R7e4b6261bc234431" /><Relationship Type="http://schemas.openxmlformats.org/officeDocument/2006/relationships/slideLayout" Target="/ppt/slideLayouts/slideLayout2.xml" Id="R93ed718daa2c4104" /><Relationship Type="http://schemas.openxmlformats.org/officeDocument/2006/relationships/slideLayout" Target="/ppt/slideLayouts/slideLayout3.xml" Id="R36f99a26a2dc4839" /><Relationship Type="http://schemas.openxmlformats.org/officeDocument/2006/relationships/slideLayout" Target="/ppt/slideLayouts/slideLayout4.xml" Id="Ra418886773db45c8" /><Relationship Type="http://schemas.openxmlformats.org/officeDocument/2006/relationships/slideLayout" Target="/ppt/slideLayouts/slideLayout5.xml" Id="R297458b243fb4207" /><Relationship Type="http://schemas.openxmlformats.org/officeDocument/2006/relationships/slideLayout" Target="/ppt/slideLayouts/slideLayout6.xml" Id="Rd46c299ee92043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4b6261bc234431"/>
    <p:sldLayoutId xmlns:r="http://schemas.openxmlformats.org/officeDocument/2006/relationships" id="2147483650" r:id="R93ed718daa2c4104"/>
    <p:sldLayoutId xmlns:r="http://schemas.openxmlformats.org/officeDocument/2006/relationships" id="2147483651" r:id="R36f99a26a2dc4839"/>
    <p:sldLayoutId xmlns:r="http://schemas.openxmlformats.org/officeDocument/2006/relationships" id="2147483652" r:id="Ra418886773db45c8"/>
    <p:sldLayoutId xmlns:r="http://schemas.openxmlformats.org/officeDocument/2006/relationships" id="2147483653" r:id="R297458b243fb4207"/>
    <p:sldLayoutId xmlns:r="http://schemas.openxmlformats.org/officeDocument/2006/relationships" id="2147483654" r:id="Rd46c299ee92043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6ec4b0d208416c" /><Relationship Type="http://schemas.openxmlformats.org/officeDocument/2006/relationships/image" Target="/ppt/media/image.png" Id="R4012959c7d7e450b" /><Relationship Type="http://schemas.openxmlformats.org/officeDocument/2006/relationships/notesSlide" Target="/ppt/notesSlides/notesSlide1.xml" Id="R42cd6b9ce36341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696753770140c2" /><Relationship Type="http://schemas.openxmlformats.org/officeDocument/2006/relationships/notesSlide" Target="/ppt/notesSlides/notesSlide2.xml" Id="R51af3f65494a46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c7e6a838c545f6" /><Relationship Type="http://schemas.openxmlformats.org/officeDocument/2006/relationships/image" Target="/ppt/media/image.jpeg" Id="R24404884864f4070" /><Relationship Type="http://schemas.openxmlformats.org/officeDocument/2006/relationships/notesSlide" Target="/ppt/notesSlides/notesSlide3.xml" Id="R3ab18bab156a4f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7a91e9de494de5" /><Relationship Type="http://schemas.openxmlformats.org/officeDocument/2006/relationships/notesSlide" Target="/ppt/notesSlides/notesSlide4.xml" Id="Ra25ad6a8c32848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1eb09f60864266" /><Relationship Type="http://schemas.openxmlformats.org/officeDocument/2006/relationships/notesSlide" Target="/ppt/notesSlides/notesSlide5.xml" Id="Re376d462737d47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04bf5bab0f4a00" /><Relationship Type="http://schemas.openxmlformats.org/officeDocument/2006/relationships/notesSlide" Target="/ppt/notesSlides/notesSlide6.xml" Id="R9712ba7c6f2844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7e893c70c6469e" /><Relationship Type="http://schemas.openxmlformats.org/officeDocument/2006/relationships/notesSlide" Target="/ppt/notesSlides/notesSlide7.xml" Id="Rf638002bab0843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f484ee65a7457d" /><Relationship Type="http://schemas.openxmlformats.org/officeDocument/2006/relationships/notesSlide" Target="/ppt/notesSlides/notesSlide8.xml" Id="R13db5f3f7ac74f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b51d481d1745b7" /><Relationship Type="http://schemas.openxmlformats.org/officeDocument/2006/relationships/notesSlide" Target="/ppt/notesSlides/notesSlide9.xml" Id="R1d8090bd7dc948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c13a1b0fae46a1" /><Relationship Type="http://schemas.openxmlformats.org/officeDocument/2006/relationships/notesSlide" Target="/ppt/notesSlides/notesSlide10.xml" Id="R7e9bc920f70844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2e7a9909e9435a" /><Relationship Type="http://schemas.openxmlformats.org/officeDocument/2006/relationships/notesSlide" Target="/ppt/notesSlides/notesSlide11.xml" Id="R194bfccd00534c3d" /></Relationships>
</file>

<file path=ppt/slides/slide1.xml><?xml version="1.0" encoding="utf-8"?>
<p:sld xmlns:p="http://schemas.openxmlformats.org/presentationml/2006/main">
  <p:cSld>
    <p:bg>
      <p:bgPr>
        <a:solidFill xmlns:a="http://schemas.openxmlformats.org/drawingml/2006/main">
          <a:srgbClr val="ECEAE6"/>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C1605A7-CA3E-4CA3-9988-B9F9E988832E}"/>
              </a:ext>
            </a:extLst>
          </p:cNvPr>
          <p:cNvPicPr>
            <a:picLocks xmlns:a="http://schemas.openxmlformats.org/drawingml/2006/main" noChangeAspect="1"/>
          </p:cNvPicPr>
          <p:nvPr/>
        </p:nvPicPr>
        <p:blipFill>
          <a:blip xmlns:r="http://schemas.openxmlformats.org/officeDocument/2006/relationships" xmlns:a="http://schemas.openxmlformats.org/drawingml/2006/main" r:embed="R4012959c7d7e450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74A442-BBB2-4B23-8260-A2E63414B791}"/>
              </a:ext>
            </a:extLst>
          </p:cNvPr>
          <p:cNvSpPr>
            <a:spLocks xmlns:a="http://schemas.openxmlformats.org/drawingml/2006/main" noGrp="1"/>
          </p:cNvSpPr>
          <p:nvPr/>
        </p:nvSpPr>
        <p:spPr>
          <a:xfrm xmlns:a="http://schemas.openxmlformats.org/drawingml/2006/main">
            <a:off x="685800" y="7429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3" name="">
            <a:extLst xmlns:a="http://schemas.openxmlformats.org/drawingml/2006/main">
              <a:ext uri="{FF2B5EF4-FFF2-40B4-BE49-F238E27FC236}">
                <a16:creationId xmlns:a16="http://schemas.microsoft.com/office/drawing/2014/main" id="{8DE74748-F429-4579-AA91-18233B05DFB9}"/>
              </a:ext>
            </a:extLst>
          </p:cNvPr>
          <p:cNvSpPr>
            <a:spLocks xmlns:a="http://schemas.openxmlformats.org/drawingml/2006/main" noGrp="1"/>
          </p:cNvSpPr>
          <p:nvPr/>
        </p:nvSpPr>
        <p:spPr>
          <a:xfrm xmlns:a="http://schemas.openxmlformats.org/drawingml/2006/main">
            <a:off x="1200150" y="7143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2D5FF4"/>
                </a:solidFill>
                <a:latin typeface="Calibri"/>
                <a:ea typeface="Calibri"/>
                <a:cs typeface="Calibri"/>
              </a:defRPr>
            </a:defPPr>
          </a:lstStyle>
          <a:p xmlns:a="http://schemas.openxmlformats.org/drawingml/2006/main">
            <a:pPr algn="l">
              <a:defRPr sz="1575" b="1">
                <a:solidFill>
                  <a:srgbClr val="2D5FF4"/>
                </a:solidFill>
                <a:latin typeface="Calibri"/>
                <a:ea typeface="Calibri"/>
                <a:cs typeface="Calibri"/>
              </a:defRPr>
            </a:pPr>
            <a:r>
              <a:rPr sz="1575" b="1">
                <a:solidFill>
                  <a:srgbClr val="2D5FF4"/>
                </a:solidFill>
                <a:latin typeface="Calibri"/>
                <a:ea typeface="Calibri"/>
                <a:cs typeface="Calibri"/>
              </a:rPr>
              <a:t>//</a:t>
            </a:r>
          </a:p>
        </p:txBody>
      </p:sp>
      <p:sp>
        <p:nvSpPr>
          <p:cNvPr id="4" name="">
            <a:extLst xmlns:a="http://schemas.openxmlformats.org/drawingml/2006/main">
              <a:ext uri="{FF2B5EF4-FFF2-40B4-BE49-F238E27FC236}">
                <a16:creationId xmlns:a16="http://schemas.microsoft.com/office/drawing/2014/main" id="{5070BB90-2198-42E1-85F0-C6899247D503}"/>
              </a:ext>
            </a:extLst>
          </p:cNvPr>
          <p:cNvSpPr>
            <a:spLocks xmlns:a="http://schemas.openxmlformats.org/drawingml/2006/main" noGrp="1"/>
          </p:cNvSpPr>
          <p:nvPr/>
        </p:nvSpPr>
        <p:spPr>
          <a:xfrm xmlns:a="http://schemas.openxmlformats.org/drawingml/2006/main">
            <a:off x="1600200" y="7810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BMW VEHICLE REQUIREMENTS</a:t>
            </a:r>
          </a:p>
        </p:txBody>
      </p:sp>
      <p:sp>
        <p:nvSpPr>
          <p:cNvPr id="5" name="">
            <a:extLst xmlns:a="http://schemas.openxmlformats.org/drawingml/2006/main">
              <a:ext uri="{FF2B5EF4-FFF2-40B4-BE49-F238E27FC236}">
                <a16:creationId xmlns:a16="http://schemas.microsoft.com/office/drawing/2014/main" id="{26651A55-43A2-47EC-8D73-7A537A35BAEC}"/>
              </a:ext>
            </a:extLst>
          </p:cNvPr>
          <p:cNvSpPr>
            <a:spLocks xmlns:a="http://schemas.openxmlformats.org/drawingml/2006/main" noGrp="1"/>
          </p:cNvSpPr>
          <p:nvPr/>
        </p:nvSpPr>
        <p:spPr>
          <a:xfrm xmlns:a="http://schemas.openxmlformats.org/drawingml/2006/main">
            <a:off x="685800" y="1438275"/>
            <a:ext cx="428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l">
              <a:defRPr sz="3600" b="1">
                <a:solidFill>
                  <a:srgbClr val="172131"/>
                </a:solidFill>
                <a:latin typeface="Calibri"/>
                <a:ea typeface="Calibri"/>
                <a:cs typeface="Calibri"/>
              </a:defRPr>
            </a:defPPr>
          </a:lstStyle>
          <a:p xmlns:a="http://schemas.openxmlformats.org/drawingml/2006/main">
            <a:pPr algn="l">
              <a:defRPr sz="3600" b="1">
                <a:solidFill>
                  <a:srgbClr val="172131"/>
                </a:solidFill>
                <a:latin typeface="Calibri"/>
                <a:ea typeface="Calibri"/>
                <a:cs typeface="Calibri"/>
              </a:defRPr>
            </a:pPr>
            <a:r>
              <a:rPr sz="3600" b="1">
                <a:solidFill>
                  <a:srgbClr val="172131"/>
                </a:solidFill>
                <a:latin typeface="Calibri"/>
                <a:ea typeface="Calibri"/>
                <a:cs typeface="Calibri"/>
              </a:rPr>
              <a:t>AI vehicle</a:t>
            </a:r>
          </a:p>
          <a:p xmlns:a="http://schemas.openxmlformats.org/drawingml/2006/main">
            <a:pPr algn="l">
              <a:defRPr sz="3600" b="1">
                <a:solidFill>
                  <a:srgbClr val="172131"/>
                </a:solidFill>
                <a:latin typeface="Calibri"/>
                <a:ea typeface="Calibri"/>
                <a:cs typeface="Calibri"/>
              </a:defRPr>
            </a:pPr>
            <a:r>
              <a:rPr sz="3600" b="1">
                <a:solidFill>
                  <a:srgbClr val="172131"/>
                </a:solidFill>
                <a:latin typeface="Calibri"/>
                <a:ea typeface="Calibri"/>
                <a:cs typeface="Calibri"/>
              </a:rPr>
              <a:t>requirements</a:t>
            </a:r>
          </a:p>
        </p:txBody>
      </p:sp>
      <p:sp>
        <p:nvSpPr>
          <p:cNvPr id="6" name="">
            <a:extLst xmlns:a="http://schemas.openxmlformats.org/drawingml/2006/main">
              <a:ext uri="{FF2B5EF4-FFF2-40B4-BE49-F238E27FC236}">
                <a16:creationId xmlns:a16="http://schemas.microsoft.com/office/drawing/2014/main" id="{A0CF51EA-9FD0-4D81-B5FA-C607BDA5F5CC}"/>
              </a:ext>
            </a:extLst>
          </p:cNvPr>
          <p:cNvSpPr>
            <a:spLocks xmlns:a="http://schemas.openxmlformats.org/drawingml/2006/main" noGrp="1"/>
          </p:cNvSpPr>
          <p:nvPr/>
        </p:nvSpPr>
        <p:spPr>
          <a:xfrm xmlns:a="http://schemas.openxmlformats.org/drawingml/2006/main">
            <a:off x="723900" y="27241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From customer evidence to PM decisions</a:t>
            </a:r>
          </a:p>
        </p:txBody>
      </p:sp>
    </p:spTree>
    <p:extLst>
      <p:ext uri="{BB962C8B-B14F-4D97-AF65-F5344CB8AC3E}">
        <p14:creationId xmlns:p14="http://schemas.microsoft.com/office/powerpoint/2010/main" val="126396703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267350D-E8E2-4C85-929B-ACFA59327A0D}"/>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23A83362-46A7-4542-B6C8-7A58C52FF65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E0BB9ECF-B501-408F-8E2D-77EB69EDF2A7}"/>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3DB35FD8-F7E8-4094-B26B-20CB605E4011}"/>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EBC464D7-9ADE-44A0-8CE8-C898676B11F1}"/>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B8909EDC-EE72-4FAE-B27B-B949BC49F6E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815191E3-F1FE-4D43-A5E7-822E589CC75D}"/>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B1AB671A-6B6A-4431-98BB-161AF4BCEDFE}"/>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699C26E8-C669-46D4-A5E5-134E7ED7F596}"/>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F6F515-2F6D-45E5-8074-4DF9EC80AF0B}"/>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23424290-DA81-4972-966B-F7674861C30B}"/>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BF5F3777-429C-450E-8109-9D9C0B2D3E56}"/>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A26ED7EC-2FDF-4A5A-9129-69F5CC4016DD}"/>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DD697103-A14F-49F3-88C8-512BEFF8368A}"/>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66C039E7-D93F-4523-AD67-54C9B3290F64}"/>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487163C3-6907-4FD6-BE00-9A19AB5C3FF7}"/>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3B34BF64-5EDE-44F6-87B6-829512DCDC63}"/>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A7138E15-B822-4046-A8D7-BA907D2F14AF}"/>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E7D2E0AB-1FA3-4001-8A9B-BCFF29E995A1}"/>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202594162"/>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02DD216-72C0-4560-9CF8-27533E36937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5D90D6C-BAA4-4C97-81C8-4A60BDEA277C}"/>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06B1153A-B194-4CE3-BA94-9F715F550B68}"/>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E3C92268-68C5-4DB4-8B15-A47AA3F431A1}"/>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19E5CCBE-B08C-4654-95ED-AFE74003A05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3606053F-7980-47E0-A332-FA63AD4616AB}"/>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10DF1476-2784-4D10-81C0-50F36ED27BE6}"/>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AA584972-0325-4B71-9BBF-DB6BD444D06D}"/>
              </a:ext>
            </a:extLst>
          </p:cNvPr>
          <p:cNvPicPr>
            <a:picLocks xmlns:a="http://schemas.openxmlformats.org/drawingml/2006/main" noChangeAspect="1"/>
          </p:cNvPicPr>
          <p:nvPr/>
        </p:nvPicPr>
        <p:blipFill>
          <a:blip xmlns:r="http://schemas.openxmlformats.org/officeDocument/2006/relationships" xmlns:a="http://schemas.openxmlformats.org/drawingml/2006/main" r:embed="R24404884864f4070"/>
          <a:stretch xmlns:a="http://schemas.openxmlformats.org/drawingml/2006/main"/>
        </p:blipFill>
        <p:spPr>
          <a:xfrm xmlns:a="http://schemas.openxmlformats.org/drawingml/2006/main">
            <a:off x="552450" y="2362200"/>
            <a:ext cx="3905250" cy="3905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B3584C6-7893-4E41-A43D-95604DAEA4FC}"/>
              </a:ext>
            </a:extLst>
          </p:cNvPr>
          <p:cNvSpPr>
            <a:spLocks xmlns:a="http://schemas.openxmlformats.org/drawingml/2006/main" noGrp="1"/>
          </p:cNvSpPr>
          <p:nvPr/>
        </p:nvSpPr>
        <p:spPr>
          <a:xfrm xmlns:a="http://schemas.openxmlformats.org/drawingml/2006/main">
            <a:off x="51435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3CE48056-48EA-4B88-BE60-23011579E342}"/>
              </a:ext>
            </a:extLst>
          </p:cNvPr>
          <p:cNvSpPr>
            <a:spLocks xmlns:a="http://schemas.openxmlformats.org/drawingml/2006/main" noGrp="1"/>
          </p:cNvSpPr>
          <p:nvPr/>
        </p:nvSpPr>
        <p:spPr>
          <a:xfrm xmlns:a="http://schemas.openxmlformats.org/drawingml/2006/main">
            <a:off x="514350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C28A3E6A-4871-4602-AA92-6A3BED5D4AD7}"/>
              </a:ext>
            </a:extLst>
          </p:cNvPr>
          <p:cNvSpPr>
            <a:spLocks xmlns:a="http://schemas.openxmlformats.org/drawingml/2006/main" noGrp="1"/>
          </p:cNvSpPr>
          <p:nvPr/>
        </p:nvSpPr>
        <p:spPr>
          <a:xfrm xmlns:a="http://schemas.openxmlformats.org/drawingml/2006/main">
            <a:off x="560070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B13B1EB3-BC39-4519-BAF4-B3D3E55DA24B}"/>
              </a:ext>
            </a:extLst>
          </p:cNvPr>
          <p:cNvSpPr>
            <a:spLocks xmlns:a="http://schemas.openxmlformats.org/drawingml/2006/main" noGrp="1"/>
          </p:cNvSpPr>
          <p:nvPr/>
        </p:nvSpPr>
        <p:spPr>
          <a:xfrm xmlns:a="http://schemas.openxmlformats.org/drawingml/2006/main">
            <a:off x="560070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6E9AEAF2-25EE-4339-B006-683A8DEAA858}"/>
              </a:ext>
            </a:extLst>
          </p:cNvPr>
          <p:cNvSpPr>
            <a:spLocks xmlns:a="http://schemas.openxmlformats.org/drawingml/2006/main" noGrp="1"/>
          </p:cNvSpPr>
          <p:nvPr/>
        </p:nvSpPr>
        <p:spPr>
          <a:xfrm xmlns:a="http://schemas.openxmlformats.org/drawingml/2006/main">
            <a:off x="560070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307A0C-10CF-4B31-9B4F-59BCC0676189}"/>
              </a:ext>
            </a:extLst>
          </p:cNvPr>
          <p:cNvSpPr>
            <a:spLocks xmlns:a="http://schemas.openxmlformats.org/drawingml/2006/main" noGrp="1"/>
          </p:cNvSpPr>
          <p:nvPr/>
        </p:nvSpPr>
        <p:spPr>
          <a:xfrm xmlns:a="http://schemas.openxmlformats.org/drawingml/2006/main">
            <a:off x="514350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3BF82B14-5F75-460F-B55F-218E72323415}"/>
              </a:ext>
            </a:extLst>
          </p:cNvPr>
          <p:cNvSpPr>
            <a:spLocks xmlns:a="http://schemas.openxmlformats.org/drawingml/2006/main" noGrp="1"/>
          </p:cNvSpPr>
          <p:nvPr/>
        </p:nvSpPr>
        <p:spPr>
          <a:xfrm xmlns:a="http://schemas.openxmlformats.org/drawingml/2006/main">
            <a:off x="560070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C2A0518A-66D6-4AE2-A075-BF56EB3D0B2D}"/>
              </a:ext>
            </a:extLst>
          </p:cNvPr>
          <p:cNvSpPr>
            <a:spLocks xmlns:a="http://schemas.openxmlformats.org/drawingml/2006/main" noGrp="1"/>
          </p:cNvSpPr>
          <p:nvPr/>
        </p:nvSpPr>
        <p:spPr>
          <a:xfrm xmlns:a="http://schemas.openxmlformats.org/drawingml/2006/main">
            <a:off x="560070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DD5157C2-28F4-4357-9352-45356C74EBBF}"/>
              </a:ext>
            </a:extLst>
          </p:cNvPr>
          <p:cNvSpPr>
            <a:spLocks xmlns:a="http://schemas.openxmlformats.org/drawingml/2006/main" noGrp="1"/>
          </p:cNvSpPr>
          <p:nvPr/>
        </p:nvSpPr>
        <p:spPr>
          <a:xfrm xmlns:a="http://schemas.openxmlformats.org/drawingml/2006/main">
            <a:off x="560070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B2ECE3-E467-4F2D-8966-63294933E04E}"/>
              </a:ext>
            </a:extLst>
          </p:cNvPr>
          <p:cNvSpPr>
            <a:spLocks xmlns:a="http://schemas.openxmlformats.org/drawingml/2006/main" noGrp="1"/>
          </p:cNvSpPr>
          <p:nvPr/>
        </p:nvSpPr>
        <p:spPr>
          <a:xfrm xmlns:a="http://schemas.openxmlformats.org/drawingml/2006/main">
            <a:off x="514350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DE1BA690-2AC4-4907-AD5D-61ADBF3FA5D1}"/>
              </a:ext>
            </a:extLst>
          </p:cNvPr>
          <p:cNvSpPr>
            <a:spLocks xmlns:a="http://schemas.openxmlformats.org/drawingml/2006/main" noGrp="1"/>
          </p:cNvSpPr>
          <p:nvPr/>
        </p:nvSpPr>
        <p:spPr>
          <a:xfrm xmlns:a="http://schemas.openxmlformats.org/drawingml/2006/main">
            <a:off x="560070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18DE0A6E-947D-4958-B19A-E63CD05C6817}"/>
              </a:ext>
            </a:extLst>
          </p:cNvPr>
          <p:cNvSpPr>
            <a:spLocks xmlns:a="http://schemas.openxmlformats.org/drawingml/2006/main" noGrp="1"/>
          </p:cNvSpPr>
          <p:nvPr/>
        </p:nvSpPr>
        <p:spPr>
          <a:xfrm xmlns:a="http://schemas.openxmlformats.org/drawingml/2006/main">
            <a:off x="560070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42AD6DB0-543D-4D7C-87F1-6E1AB3F41713}"/>
              </a:ext>
            </a:extLst>
          </p:cNvPr>
          <p:cNvSpPr>
            <a:spLocks xmlns:a="http://schemas.openxmlformats.org/drawingml/2006/main" noGrp="1"/>
          </p:cNvSpPr>
          <p:nvPr/>
        </p:nvSpPr>
        <p:spPr>
          <a:xfrm xmlns:a="http://schemas.openxmlformats.org/drawingml/2006/main">
            <a:off x="560070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B52337A-4679-4BD9-A930-7D48FB057C22}"/>
              </a:ext>
            </a:extLst>
          </p:cNvPr>
          <p:cNvSpPr>
            <a:spLocks xmlns:a="http://schemas.openxmlformats.org/drawingml/2006/main" noGrp="1"/>
          </p:cNvSpPr>
          <p:nvPr/>
        </p:nvSpPr>
        <p:spPr>
          <a:xfrm xmlns:a="http://schemas.openxmlformats.org/drawingml/2006/main">
            <a:off x="514350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9E4EBC04-93C9-4F8A-AA09-1D9B4AA12F44}"/>
              </a:ext>
            </a:extLst>
          </p:cNvPr>
          <p:cNvSpPr>
            <a:spLocks xmlns:a="http://schemas.openxmlformats.org/drawingml/2006/main" noGrp="1"/>
          </p:cNvSpPr>
          <p:nvPr/>
        </p:nvSpPr>
        <p:spPr>
          <a:xfrm xmlns:a="http://schemas.openxmlformats.org/drawingml/2006/main">
            <a:off x="560070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06000E20-E689-45AF-8AA0-034E63A5A214}"/>
              </a:ext>
            </a:extLst>
          </p:cNvPr>
          <p:cNvSpPr>
            <a:spLocks xmlns:a="http://schemas.openxmlformats.org/drawingml/2006/main" noGrp="1"/>
          </p:cNvSpPr>
          <p:nvPr/>
        </p:nvSpPr>
        <p:spPr>
          <a:xfrm xmlns:a="http://schemas.openxmlformats.org/drawingml/2006/main">
            <a:off x="560070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F9E5A40E-760C-423E-AFBF-E5549C8BDD54}"/>
              </a:ext>
            </a:extLst>
          </p:cNvPr>
          <p:cNvSpPr>
            <a:spLocks xmlns:a="http://schemas.openxmlformats.org/drawingml/2006/main" noGrp="1"/>
          </p:cNvSpPr>
          <p:nvPr/>
        </p:nvSpPr>
        <p:spPr>
          <a:xfrm xmlns:a="http://schemas.openxmlformats.org/drawingml/2006/main">
            <a:off x="560070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1861872722"/>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F40502C-2682-4BFA-A70C-FE7341455B38}"/>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D3FE0BC-A2A5-444D-A02D-B945FDB65A6D}"/>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1FCA3445-2868-4E07-BC2D-11711AA38C4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BAAE38AF-2AB4-463A-9FB5-63CA2445BE6A}"/>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349EB68C-6329-482D-9988-5A9BAAA7B3A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0C2FD802-80CD-4299-9BDF-20855C48FBAF}"/>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41B77D09-FDE1-4FC7-AA00-ACABA5C7E5AD}"/>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CE501898-E59A-497F-8975-F14CBF71DDAC}"/>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39EEE016-2E5D-4F33-B0DD-D1F176B3031D}"/>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704FDA6B-7286-4779-9045-35EFB2F6FE0C}"/>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845DC205-484D-4147-8A49-78C57413213F}"/>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0E12670-6B9B-42BA-BB4A-48E8C3B56221}"/>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D88D58B8-5CE3-42DF-8A3E-A0763F60B130}"/>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76695B35-3D01-4D42-8C87-B507971F1143}"/>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09C2E236-5334-4349-A112-BA32FFC9EB60}"/>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52995EE-D091-4615-B45A-DF9FF4386256}"/>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A23680D8-4ADF-4342-ADD3-A7408FAEAC71}"/>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F979A641-5AD9-4A34-8C94-D60D4FA449B4}"/>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28B98370-7A7E-473D-98AD-A8BF5BF753C6}"/>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0F33DB-3C86-4DA3-9024-7E28FAB0CCD4}"/>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67D258D7-6AD5-47C3-831D-F5A71493E39D}"/>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41153B06-C266-4C4F-9AB2-BD35BC2C6A8C}"/>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07C682FC-3204-49E4-BAEF-03276011B45B}"/>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1216DAB-4DA5-4B1D-BE87-7F73036DFEFD}"/>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118D9F57-7CAE-4FC2-8B24-AB21DF06A4FF}"/>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55D78DD9-A809-4FE2-B8BC-32BA0636D7D3}"/>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A724DE8A-9949-4835-8E8A-C1A25B2B97E3}"/>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4BDA48-2361-4B29-995A-780B2EC10243}"/>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Deep Dive research during analysis; Reimagine after proposals. PM edits create a new version; prior versions stay inspectable.</a:t>
            </a:r>
          </a:p>
        </p:txBody>
      </p:sp>
    </p:spTree>
    <p:extLst>
      <p:ext uri="{BB962C8B-B14F-4D97-AF65-F5344CB8AC3E}">
        <p14:creationId xmlns:p14="http://schemas.microsoft.com/office/powerpoint/2010/main" val="140506915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5C3491-D980-4704-A4B0-ED90D25262D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2FA6FF7-AC95-4EAF-97A2-AA6445CD6CC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677B2334-A8EB-4003-B74E-8635542AAD75}"/>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50921752-D7C7-42B8-808B-7331BEEC3898}"/>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B1CD461B-2C16-4A59-8658-F052408915D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21149679-DF0F-4578-8BAF-335A1FE81D8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4BABB0FD-CC8C-4A42-846F-D11604232496}"/>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3AC927-BDE1-4234-8FE6-7CFE1ED8DE5A}"/>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937D2629-2329-4673-A543-7F4F04DA9687}"/>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12365435"/>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F1C49DF-A259-4CE2-84E7-E04C94F4B85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52C3DE8E-9964-4A81-A57E-93157EB60FF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E5EE2C4E-5BFF-496D-A36C-E5018398F86B}"/>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B61924AB-B0B0-471B-A661-703C6914817E}"/>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58C02B74-7AEC-407D-95E3-E7A576331145}"/>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FAB2B702-4126-4CDC-BC2E-D1267C26DB7C}"/>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C1480CCC-9A64-40F5-BEEF-925DC013EC52}"/>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7FF4458-23D8-4767-9C4E-1CE37914AAAA}"/>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38F542CA-E4AF-414B-9498-02294648A934}"/>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ACBDAE5B-CCEA-4B33-BFF8-BA2760D50BCC}"/>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9CA2B1-2054-4727-A084-718A22F9FD16}"/>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124F49-2259-4B34-BA88-D21760534B63}"/>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55E9C7-1F1C-4870-AD2D-7B72EF8073EE}"/>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C25FD2-859B-4991-BC80-1E7D534877F8}"/>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B085ED66-6D03-4578-8FA6-E7EA03682190}"/>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5EF78760-769D-4A29-9AD4-DB0D34F04C20}"/>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1FDFB28C-E0E9-43FF-B2D3-A64D42A0F355}"/>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CEEE306A-2F84-486A-A3D8-D92FAD6D7115}"/>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C8E72C91-6647-4421-BD1E-0DC5A086BE8B}"/>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69BF52F0-296C-42A9-AC6C-D8D540D49C43}"/>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362E3D55-423C-490E-B42A-B228118DF2C1}"/>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216851903"/>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D4D990B-56AF-44A8-A6E1-D1F858093E3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C5752088-837F-4EAD-9D95-04E246598276}"/>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05D62954-FD0F-4D68-BA04-F2AC732410F6}"/>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EB13C9C-8CCC-4DB3-8FD9-E215892CCFB2}"/>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4F92FBA3-8938-4D40-BCF6-7B579A80FEDF}"/>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87CA616B-69CF-42A1-B6F6-81950F0CEB80}"/>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633EBAA1-04D4-4A31-9F0E-EEA161C7A1EA}"/>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DDCED6-EB99-47BA-9E10-5FA22090E359}"/>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7F0C59C5-A223-43C2-94D5-E43C311B167B}"/>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A745F60D-789E-4E02-980A-569189BBE392}"/>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F7CA9847-D8C5-47C8-A290-4ECC1C7C80F3}"/>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2AD6706D-3D19-4A8D-B3B9-2029B0BB806A}"/>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9D7AE82E-AD25-4BBB-80EE-13B5082F039B}"/>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8896F670-11AA-4A15-8B1A-1B30BD744816}"/>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16450DFE-7DAE-4187-BD61-1B312D6032E7}"/>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241941E1-8673-415E-A289-9C8A5E338C32}"/>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2D07DC91-5074-4DE9-BC9C-2DE52DAECFBA}"/>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0BE7B895-11D0-4048-8F08-577725B27B4A}"/>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EA8B7ABA-614A-43EE-90E8-3A364A960741}"/>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B1377942-AA57-47BE-9ED3-37C5B5A69DDA}"/>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C066F86D-EA61-41C4-8321-0093B9D90A3C}"/>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52F0BE-93D9-4613-9EFD-3648CFC45979}"/>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AE76B43A-CF37-403D-9A43-99B037A4DC7C}"/>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95CD2524-9655-4274-BAF4-0D71355D6DC5}"/>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7626F2E3-FBC2-4181-B024-C99CD0AFBB09}"/>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732886095"/>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69430E7-76B8-487C-BD3E-BE90F13FA292}"/>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601CF6E-1E34-424E-BB37-D58C157F1E9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F5DD7D76-7D2E-4F7B-820E-390EB0E00E6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BCCA21D-1713-4181-A124-1DFC8648B688}"/>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96A4B884-8A18-4F38-BD77-84112B86283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9E7FC159-4590-4FA8-9DB0-F492E392D19C}"/>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4EDDBE29-8321-4EC5-A3D5-EB6B00786E5D}"/>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FC9891-2572-463E-9282-7C73C45AD74E}"/>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7FBE4928-5C16-4778-8885-3792A34438DA}"/>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280E43B0-8904-46B7-AB2C-A395E944EF70}"/>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D34B72-A618-421F-BE82-AEC3FEF17A3F}"/>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88595D98-9F8A-4E38-84A5-D387B2877A02}"/>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FA64ECDB-ABD4-4365-984E-198F99910F53}"/>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FC43FDD2-3B06-480A-9369-BA8A340538FE}"/>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9E1B242B-9B6D-43B6-BFCB-1C207E396A80}"/>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BA7EDFEC-C95B-4F7B-9438-DF41F43D0D9C}"/>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CC515030-66B3-4235-82B7-4156E53A3251}"/>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B162460C-9A49-40E0-A8FD-36BD8FB3941C}"/>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B59AED-7F11-4E96-AB46-175016525BF2}"/>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FA9F2B07-7367-44B0-A28B-88944290B029}"/>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996B420B-D116-4734-9F0D-473D33CCE4B2}"/>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9F050603-25AF-4565-94FC-F0FDA2FD6993}"/>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83C3CB3C-BCB8-4325-9D3A-F66E99610FE9}"/>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C70A38-F0FA-4223-B1AA-DAD3051639B1}"/>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078E8674-52E3-4852-B0B5-8DAD48736F7B}"/>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957566118"/>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97D4048-3292-4A98-A520-93C0C949AD37}"/>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CDEB7D83-263F-47F2-A8A7-F568068D0DB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C3112A53-DA9C-40F7-82DE-915FD9C6B7A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2909193A-7A33-445D-ADD7-AE452FBC1C62}"/>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D9508BDD-CC99-4756-A33E-8703C0FFD466}"/>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3DFE117A-CE59-426B-BE1D-63F929325C5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C5B302E4-57CF-472E-BC14-1C94AEA62023}"/>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76063443-E8F3-4EBF-BD7C-465EB40F596B}"/>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78533F72-DAEB-40D8-88FE-647C0758BCA0}"/>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68C6DC1C-A187-4D42-9358-4CD5ECDACA5B}"/>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C756DE-7744-446C-A7A5-EBA4CF010A33}"/>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330BE75D-BE8F-4C79-84DA-CD20183E8730}"/>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04A2C1D1-B1CB-468A-85EF-407407600A0C}"/>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E006D23E-3055-4E37-810A-244330159AE1}"/>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FBDF74F7-8271-4D28-BBAB-CC05476B4BDA}"/>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686B55E3-20D8-47B4-BAF2-4233466FB8A5}"/>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3CE8FB-0BAB-4FB7-A22E-7D4CF9BB9931}"/>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9DD18D0F-DD1E-4C98-8A30-A8FA03DEF9DD}"/>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5D42CA62-B8C5-4F75-A496-5E77AA3DD518}"/>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18DBB52-D8CE-404A-965B-877FEDBADBF1}"/>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B56FD55D-B71D-4AB0-9DC7-22E33C6B5E27}"/>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08DABD-BAFA-4538-9CEB-6F483F23D6D2}"/>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64ABFA40-1C70-4D8E-9736-566F0A9EED2B}"/>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21237751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D22E110-CD78-4F1E-850B-567E51FDCAD7}"/>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F0189A7-EA9B-47BB-A7B8-2543E8133329}"/>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EF2AEAA-FFC9-49A4-B628-A92250A5247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899F4C9A-BADD-4BE0-B36B-F962B47CAF8D}"/>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9E221461-BC0B-4C8F-84EF-206ABA8308F2}"/>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67446DBE-20DB-4DEA-8FF0-F7965EFB848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4499A7E1-6477-40A6-B85B-CA5366AA14E1}"/>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F6ADC49B-77D6-483F-B50F-43CA23F053AA}"/>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8B054FD0-BE5E-4C2E-AA33-9A5AD39D9518}"/>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B9E0003C-01C0-4E92-9D34-BCBCBD2E5C7D}"/>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1FB292A3-8E05-497E-BDAF-98AE3F64A442}"/>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E7EF3BB0-F4F2-43C1-AFDE-FEABB8BE049F}"/>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DB28AC79-13F1-414F-8B30-5F36E5DDC8CA}"/>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C04E06CA-3453-4849-BCD7-53E496FCAEF9}"/>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AF386EFD-D944-46DC-AC18-8B35209C06A7}"/>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5C0136A4-FC09-432E-A80F-3E7A67971F3B}"/>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43BCBB54-7AD0-4B0C-876C-5F1AAD726FBB}"/>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2ED79F30-DBB5-4432-86B0-14CE37DDBF2D}"/>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1BC5AA-32F5-44C8-A8EB-7728601884D1}"/>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C3B49110-4711-45C4-A513-57A1BFFD18E2}"/>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DC367B4D-3623-4A0B-9C9A-A0A3E220614B}"/>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3A747A87-E229-4FD9-9E4D-E8BD7ACE7018}"/>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9F25EAE9-BC12-414F-8CD6-AC3CA23FF248}"/>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9FA3D53B-B119-4171-9451-76738184DDDE}"/>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601AFFD4-32D7-426F-A269-B1A99A56BBB8}"/>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F6D3E602-5274-4763-B681-31475F92790E}"/>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B2DE7410-6E72-41DF-A1FE-7966328B2568}"/>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E676B104-C914-4938-8538-82E3C700A170}"/>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69771236"/>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EB8758-0675-4064-BD7E-C2F038A65101}"/>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6313EF7-9E48-4E6B-8770-A082A1AB4713}"/>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89D9ADB-87B5-4DB2-BE2C-0F4E7AD789B5}"/>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2AAB7DD5-82B8-46E3-8C00-7D31E2AEFBB7}"/>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7114C31C-7DE7-42C7-8598-01D09B551249}"/>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DCE46ED8-863D-4BA7-89FE-27EFB8050EC7}"/>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CFFA34BF-78D4-4674-8C78-1EF6AE701ABE}"/>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7E8F4E96-1A2B-4AAA-B6BD-F383582AA094}"/>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5D5AC37B-5E33-4AE0-BBD2-1CD921427C8A}"/>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45441375-167D-4B5F-BAF5-CF117F5C1954}"/>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01145DFA-10B0-4135-929B-5B4DEE3A64A0}"/>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AE9A4E11-FE4C-4B1B-93D9-EBFA3E069BA8}"/>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F6F2C9E4-B28B-41FA-9359-406A54FA86F4}"/>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0AD5B602-2D36-41C7-A30E-5600AD0A578D}"/>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1138068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2026-10-11T06:25:20.6010000Z</dcterms:created>
  <dcterms:modified xsi:type="dcterms:W3CDTF">2026-10-11T06:25:20.6010000Z</dcterms:modified>
</coreProperties>
</file>