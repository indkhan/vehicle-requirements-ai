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007ff7926247fb" /><Relationship Type="http://schemas.openxmlformats.org/officeDocument/2006/relationships/extended-properties" Target="/docProps/app.xml" Id="Rffaa5b0dab134034" /><Relationship Type="http://schemas.openxmlformats.org/officeDocument/2006/relationships/officeDocument" Target="/ppt/presentation.xml" Id="Rf566879c3b614553" /></Relationships>
</file>

<file path=ppt/presentation.xml><?xml version="1.0" encoding="utf-8"?>
<p:presentation xmlns:p="http://schemas.openxmlformats.org/presentationml/2006/main">
  <p:sldMasterIdLst>
    <p:sldMasterId xmlns:r="http://schemas.openxmlformats.org/officeDocument/2006/relationships" id="2147483648" r:id="R2a456af60388427f"/>
  </p:sldMasterIdLst>
  <p:notesMasterIdLst>
    <p:notesMasterId xmlns:r="http://schemas.openxmlformats.org/officeDocument/2006/relationships" r:id="R1ad6c1affff54cce"/>
  </p:notesMasterIdLst>
  <p:sldIdLst>
    <p:sldId xmlns:r="http://schemas.openxmlformats.org/officeDocument/2006/relationships" id="256" r:id="Ra3a4b1648aa4462e"/>
    <p:sldId xmlns:r="http://schemas.openxmlformats.org/officeDocument/2006/relationships" id="257" r:id="R64e0e9e1f81948f1"/>
    <p:sldId xmlns:r="http://schemas.openxmlformats.org/officeDocument/2006/relationships" id="258" r:id="R24502e34a3834c23"/>
    <p:sldId xmlns:r="http://schemas.openxmlformats.org/officeDocument/2006/relationships" id="259" r:id="R6cb98341a20f4fc0"/>
    <p:sldId xmlns:r="http://schemas.openxmlformats.org/officeDocument/2006/relationships" id="260" r:id="R40e8efd970834401"/>
    <p:sldId xmlns:r="http://schemas.openxmlformats.org/officeDocument/2006/relationships" id="261" r:id="R885b55532538453b"/>
    <p:sldId xmlns:r="http://schemas.openxmlformats.org/officeDocument/2006/relationships" id="262" r:id="R313246f771e843e6"/>
    <p:sldId xmlns:r="http://schemas.openxmlformats.org/officeDocument/2006/relationships" id="263" r:id="Rc567b8d595d3433b"/>
    <p:sldId xmlns:r="http://schemas.openxmlformats.org/officeDocument/2006/relationships" id="264" r:id="Re735576133bb4407"/>
    <p:sldId xmlns:r="http://schemas.openxmlformats.org/officeDocument/2006/relationships" id="265" r:id="R134c3b5f5fe648ab"/>
    <p:sldId xmlns:r="http://schemas.openxmlformats.org/officeDocument/2006/relationships" id="266" r:id="R0741d20186264b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99a724a5324c21" /><Relationship Type="http://schemas.openxmlformats.org/officeDocument/2006/relationships/slideMaster" Target="/ppt/slideMasters/slideMaster1.xml" Id="R2a456af60388427f" /><Relationship Type="http://schemas.openxmlformats.org/officeDocument/2006/relationships/notesMaster" Target="/ppt/notesMasters/notesMaster1.xml" Id="R1ad6c1affff54cce" /><Relationship Type="http://schemas.openxmlformats.org/officeDocument/2006/relationships/presProps" Target="/ppt/presProps.xml" Id="R51eb72fb5adf4f0d" /><Relationship Type="http://schemas.openxmlformats.org/officeDocument/2006/relationships/tableStyles" Target="/ppt/tableStyles.xml" Id="Rf7182d32a8cd4d3e" /><Relationship Type="http://schemas.openxmlformats.org/officeDocument/2006/relationships/slide" Target="/ppt/slides/slide1.xml" Id="Ra3a4b1648aa4462e" /><Relationship Type="http://schemas.openxmlformats.org/officeDocument/2006/relationships/slide" Target="/ppt/slides/slide2.xml" Id="R64e0e9e1f81948f1" /><Relationship Type="http://schemas.openxmlformats.org/officeDocument/2006/relationships/slide" Target="/ppt/slides/slide3.xml" Id="R24502e34a3834c23" /><Relationship Type="http://schemas.openxmlformats.org/officeDocument/2006/relationships/slide" Target="/ppt/slides/slide4.xml" Id="R6cb98341a20f4fc0" /><Relationship Type="http://schemas.openxmlformats.org/officeDocument/2006/relationships/slide" Target="/ppt/slides/slide5.xml" Id="R40e8efd970834401" /><Relationship Type="http://schemas.openxmlformats.org/officeDocument/2006/relationships/slide" Target="/ppt/slides/slide6.xml" Id="R885b55532538453b" /><Relationship Type="http://schemas.openxmlformats.org/officeDocument/2006/relationships/slide" Target="/ppt/slides/slide7.xml" Id="R313246f771e843e6" /><Relationship Type="http://schemas.openxmlformats.org/officeDocument/2006/relationships/slide" Target="/ppt/slides/slide8.xml" Id="Rc567b8d595d3433b" /><Relationship Type="http://schemas.openxmlformats.org/officeDocument/2006/relationships/slide" Target="/ppt/slides/slide9.xml" Id="Re735576133bb4407" /><Relationship Type="http://schemas.openxmlformats.org/officeDocument/2006/relationships/slide" Target="/ppt/slides/slide10.xml" Id="R134c3b5f5fe648ab" /><Relationship Type="http://schemas.openxmlformats.org/officeDocument/2006/relationships/slide" Target="/ppt/slides/slide11.xml" Id="R0741d20186264b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5ffbaca20a43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084650bcce407f" /><Relationship Type="http://schemas.openxmlformats.org/officeDocument/2006/relationships/notesMaster" Target="/ppt/notesMasters/notesMaster1.xml" Id="R36502262c9734e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7f3d2df86b47eb" /><Relationship Type="http://schemas.openxmlformats.org/officeDocument/2006/relationships/notesMaster" Target="/ppt/notesMasters/notesMaster1.xml" Id="R9f636cd3fd6944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06f4ab1ee746c8" /><Relationship Type="http://schemas.openxmlformats.org/officeDocument/2006/relationships/notesMaster" Target="/ppt/notesMasters/notesMaster1.xml" Id="Rdef3d3d748044b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17888534054322" /><Relationship Type="http://schemas.openxmlformats.org/officeDocument/2006/relationships/notesMaster" Target="/ppt/notesMasters/notesMaster1.xml" Id="Rba70780192e542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f2992bb27b4035" /><Relationship Type="http://schemas.openxmlformats.org/officeDocument/2006/relationships/notesMaster" Target="/ppt/notesMasters/notesMaster1.xml" Id="R1ac8ef1186a549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94100c128d4c5b" /><Relationship Type="http://schemas.openxmlformats.org/officeDocument/2006/relationships/notesMaster" Target="/ppt/notesMasters/notesMaster1.xml" Id="R2c30374fa9494c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74009d623f4692" /><Relationship Type="http://schemas.openxmlformats.org/officeDocument/2006/relationships/notesMaster" Target="/ppt/notesMasters/notesMaster1.xml" Id="R16e42675c8c148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84079902ec4c02" /><Relationship Type="http://schemas.openxmlformats.org/officeDocument/2006/relationships/notesMaster" Target="/ppt/notesMasters/notesMaster1.xml" Id="R8021cb63e15344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f31e745dcd4a14" /><Relationship Type="http://schemas.openxmlformats.org/officeDocument/2006/relationships/notesMaster" Target="/ppt/notesMasters/notesMaster1.xml" Id="R96ea176b32cb4c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f68ffff85c4bab" /><Relationship Type="http://schemas.openxmlformats.org/officeDocument/2006/relationships/notesMaster" Target="/ppt/notesMasters/notesMaster1.xml" Id="R077b8a9f0b5f42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6e731fb2674f11" /><Relationship Type="http://schemas.openxmlformats.org/officeDocument/2006/relationships/notesMaster" Target="/ppt/notesMasters/notesMaster1.xml" Id="R09bec7e2740546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is a screenshot of the actual FWD vehicle-selection page, doc/frontend/evidence/landing-desktop.png, with 1 Series selected. Its vehicle image is representative front-page imagery, not proof of a particular equipment variant or an approved BMW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d00bb5d17942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ca3253eff94e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24683ac5b34c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8ec31cdf9c44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120a148e8044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ac9834436744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96036B-C486-49E8-AE5B-E500C0B53A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8B1FDC8-DAD2-49F6-AAA8-C2326405A3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5E216A-1CCC-4654-850C-5336250104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65658-08D4-460F-B6EF-BFBBF2EDDC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D435EA-9AE6-4EF4-9374-70E1005FFD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3EB7D3-3304-44DE-B96F-456493910D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A75561-253C-43E0-8E4F-DE46E6982D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FC9511-BC12-4E1B-B59D-A0CFAF7C95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232E1-C7D0-427F-8115-70BEC80F2B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B64E1D-E4C7-4EAA-B6FB-3BB4742E56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1f362e392a4d0d" /><Relationship Type="http://schemas.openxmlformats.org/officeDocument/2006/relationships/slideLayout" Target="/ppt/slideLayouts/slideLayout1.xml" Id="R783d5d5745ee436e" /><Relationship Type="http://schemas.openxmlformats.org/officeDocument/2006/relationships/slideLayout" Target="/ppt/slideLayouts/slideLayout2.xml" Id="Rf008c9c0cf764f9f" /><Relationship Type="http://schemas.openxmlformats.org/officeDocument/2006/relationships/slideLayout" Target="/ppt/slideLayouts/slideLayout3.xml" Id="R389514ac501f450d" /><Relationship Type="http://schemas.openxmlformats.org/officeDocument/2006/relationships/slideLayout" Target="/ppt/slideLayouts/slideLayout4.xml" Id="R881b473ed923456e" /><Relationship Type="http://schemas.openxmlformats.org/officeDocument/2006/relationships/slideLayout" Target="/ppt/slideLayouts/slideLayout5.xml" Id="R7c812fb326a0481e" /><Relationship Type="http://schemas.openxmlformats.org/officeDocument/2006/relationships/slideLayout" Target="/ppt/slideLayouts/slideLayout6.xml" Id="R09c8f4a0819c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3d5d5745ee436e"/>
    <p:sldLayoutId xmlns:r="http://schemas.openxmlformats.org/officeDocument/2006/relationships" id="2147483650" r:id="Rf008c9c0cf764f9f"/>
    <p:sldLayoutId xmlns:r="http://schemas.openxmlformats.org/officeDocument/2006/relationships" id="2147483651" r:id="R389514ac501f450d"/>
    <p:sldLayoutId xmlns:r="http://schemas.openxmlformats.org/officeDocument/2006/relationships" id="2147483652" r:id="R881b473ed923456e"/>
    <p:sldLayoutId xmlns:r="http://schemas.openxmlformats.org/officeDocument/2006/relationships" id="2147483653" r:id="R7c812fb326a0481e"/>
    <p:sldLayoutId xmlns:r="http://schemas.openxmlformats.org/officeDocument/2006/relationships" id="2147483654" r:id="R09c8f4a0819c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c6574e3efb4ebc" /><Relationship Type="http://schemas.openxmlformats.org/officeDocument/2006/relationships/image" Target="/ppt/media/image.png" Id="Re9f1296ac00f407a" /><Relationship Type="http://schemas.openxmlformats.org/officeDocument/2006/relationships/notesSlide" Target="/ppt/notesSlides/notesSlide1.xml" Id="Radbc77d9af1b45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2fbcf3e92f40db" /><Relationship Type="http://schemas.openxmlformats.org/officeDocument/2006/relationships/notesSlide" Target="/ppt/notesSlides/notesSlide2.xml" Id="R668120e3a1e24b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7fbd702e7c4441" /><Relationship Type="http://schemas.openxmlformats.org/officeDocument/2006/relationships/image" Target="/ppt/media/image.jpeg" Id="R10274078338246dd" /><Relationship Type="http://schemas.openxmlformats.org/officeDocument/2006/relationships/notesSlide" Target="/ppt/notesSlides/notesSlide3.xml" Id="Rf4586ff54ed146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2992aa2ae34d6c" /><Relationship Type="http://schemas.openxmlformats.org/officeDocument/2006/relationships/notesSlide" Target="/ppt/notesSlides/notesSlide4.xml" Id="R7553964609d746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e4c0319f5f485f" /><Relationship Type="http://schemas.openxmlformats.org/officeDocument/2006/relationships/notesSlide" Target="/ppt/notesSlides/notesSlide5.xml" Id="R7bf727fe2de540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7b67a0f91f4417" /><Relationship Type="http://schemas.openxmlformats.org/officeDocument/2006/relationships/notesSlide" Target="/ppt/notesSlides/notesSlide6.xml" Id="R00fe0e6cd2f442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64b6cb659b400c" /><Relationship Type="http://schemas.openxmlformats.org/officeDocument/2006/relationships/notesSlide" Target="/ppt/notesSlides/notesSlide7.xml" Id="Rbf6a7982124243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76051e45824a78" /><Relationship Type="http://schemas.openxmlformats.org/officeDocument/2006/relationships/notesSlide" Target="/ppt/notesSlides/notesSlide8.xml" Id="R386ffb0f223645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25e9d378bd4de1" /><Relationship Type="http://schemas.openxmlformats.org/officeDocument/2006/relationships/notesSlide" Target="/ppt/notesSlides/notesSlide9.xml" Id="R01976e396d2c49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4b0a944b434465" /><Relationship Type="http://schemas.openxmlformats.org/officeDocument/2006/relationships/notesSlide" Target="/ppt/notesSlides/notesSlide10.xml" Id="Rb2097c79df754e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ce74796f004a6d" /><Relationship Type="http://schemas.openxmlformats.org/officeDocument/2006/relationships/notesSlide" Target="/ppt/notesSlides/notesSlide11.xml" Id="R7850d7cfe3e845b5" /></Relationships>
</file>

<file path=ppt/slides/slide1.xml><?xml version="1.0" encoding="utf-8"?>
<p:sld xmlns:p="http://schemas.openxmlformats.org/presentationml/2006/main">
  <p:cSld>
    <p:bg>
      <p:bgPr>
        <a:solidFill xmlns:a="http://schemas.openxmlformats.org/drawingml/2006/main">
          <a:srgbClr val="ECEAE6"/>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573F1CC-5FC5-43BC-BAE0-5896C782A8A7}"/>
              </a:ext>
            </a:extLst>
          </p:cNvPr>
          <p:cNvPicPr>
            <a:picLocks xmlns:a="http://schemas.openxmlformats.org/drawingml/2006/main" noChangeAspect="1"/>
          </p:cNvPicPr>
          <p:nvPr/>
        </p:nvPicPr>
        <p:blipFill>
          <a:blip xmlns:r="http://schemas.openxmlformats.org/officeDocument/2006/relationships" xmlns:a="http://schemas.openxmlformats.org/drawingml/2006/main" r:embed="Re9f1296ac00f407a"/>
          <a:stretch xmlns:a="http://schemas.openxmlformats.org/drawingml/2006/main"/>
        </p:blipFill>
        <p:spPr>
          <a:xfrm xmlns:a="http://schemas.openxmlformats.org/drawingml/2006/main">
            <a:off x="655320" y="0"/>
            <a:ext cx="1088136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93B6E22-6831-4D3B-8389-5492ECCFC4C1}"/>
              </a:ext>
            </a:extLst>
          </p:cNvPr>
          <p:cNvSpPr>
            <a:spLocks xmlns:a="http://schemas.openxmlformats.org/drawingml/2006/main" noGrp="1"/>
          </p:cNvSpPr>
          <p:nvPr/>
        </p:nvSpPr>
        <p:spPr>
          <a:xfrm xmlns:a="http://schemas.openxmlformats.org/drawingml/2006/main">
            <a:off x="552450" y="163830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07"/>
          </a:bodyPr>
          <a:lstStyle xmlns:a="http://schemas.openxmlformats.org/drawingml/2006/main">
            <a:defPPr algn="l">
              <a:defRPr sz="5400" b="1">
                <a:solidFill>
                  <a:srgbClr val="172131"/>
                </a:solidFill>
                <a:latin typeface="Calibri"/>
                <a:ea typeface="Calibri"/>
                <a:cs typeface="Calibri"/>
              </a:defRPr>
            </a:defPPr>
          </a:lstStyle>
          <a:p xmlns:a="http://schemas.openxmlformats.org/drawingml/2006/main">
            <a:pPr algn="l">
              <a:defRPr sz="5400" b="1">
                <a:solidFill>
                  <a:srgbClr val="172131"/>
                </a:solidFill>
                <a:latin typeface="Calibri"/>
                <a:ea typeface="Calibri"/>
                <a:cs typeface="Calibri"/>
              </a:defRPr>
            </a:pPr>
            <a:r>
              <a:rPr sz="5400" b="1">
                <a:solidFill>
                  <a:srgbClr val="172131"/>
                </a:solidFill>
                <a:latin typeface="Calibri"/>
                <a:ea typeface="Calibri"/>
                <a:cs typeface="Calibri"/>
              </a:rPr>
              <a:t>FWD</a:t>
            </a:r>
          </a:p>
        </p:txBody>
      </p:sp>
      <p:sp>
        <p:nvSpPr>
          <p:cNvPr id="3" name="">
            <a:extLst xmlns:a="http://schemas.openxmlformats.org/drawingml/2006/main">
              <a:ext uri="{FF2B5EF4-FFF2-40B4-BE49-F238E27FC236}">
                <a16:creationId xmlns:a16="http://schemas.microsoft.com/office/drawing/2014/main" id="{78A823C2-E562-4D6F-923D-A92614375539}"/>
              </a:ext>
            </a:extLst>
          </p:cNvPr>
          <p:cNvSpPr>
            <a:spLocks xmlns:a="http://schemas.openxmlformats.org/drawingml/2006/main" noGrp="1"/>
          </p:cNvSpPr>
          <p:nvPr/>
        </p:nvSpPr>
        <p:spPr>
          <a:xfrm xmlns:a="http://schemas.openxmlformats.org/drawingml/2006/main">
            <a:off x="571500" y="257175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31"/>
                </a:solidFill>
                <a:latin typeface="Calibri"/>
                <a:ea typeface="Calibri"/>
                <a:cs typeface="Calibri"/>
              </a:defRPr>
            </a:defPPr>
          </a:lstStyle>
          <a:p xmlns:a="http://schemas.openxmlformats.org/drawingml/2006/main">
            <a:pPr algn="l">
              <a:defRPr sz="2175" b="1">
                <a:solidFill>
                  <a:srgbClr val="172131"/>
                </a:solidFill>
                <a:latin typeface="Calibri"/>
                <a:ea typeface="Calibri"/>
                <a:cs typeface="Calibri"/>
              </a:defRPr>
            </a:pPr>
            <a:r>
              <a:rPr sz="2175" b="1">
                <a:solidFill>
                  <a:srgbClr val="172131"/>
                </a:solidFill>
                <a:latin typeface="Calibri"/>
                <a:ea typeface="Calibri"/>
                <a:cs typeface="Calibri"/>
              </a:rPr>
              <a:t>AI vehicle</a:t>
            </a:r>
          </a:p>
          <a:p xmlns:a="http://schemas.openxmlformats.org/drawingml/2006/main">
            <a:pPr algn="l">
              <a:defRPr sz="2175" b="1">
                <a:solidFill>
                  <a:srgbClr val="172131"/>
                </a:solidFill>
                <a:latin typeface="Calibri"/>
                <a:ea typeface="Calibri"/>
                <a:cs typeface="Calibri"/>
              </a:defRPr>
            </a:pPr>
            <a:r>
              <a:rPr sz="2175" b="1">
                <a:solidFill>
                  <a:srgbClr val="172131"/>
                </a:solidFill>
                <a:latin typeface="Calibri"/>
                <a:ea typeface="Calibri"/>
                <a:cs typeface="Calibri"/>
              </a:rPr>
              <a:t>requirements</a:t>
            </a:r>
          </a:p>
        </p:txBody>
      </p:sp>
      <p:sp>
        <p:nvSpPr>
          <p:cNvPr id="4" name="">
            <a:extLst xmlns:a="http://schemas.openxmlformats.org/drawingml/2006/main">
              <a:ext uri="{FF2B5EF4-FFF2-40B4-BE49-F238E27FC236}">
                <a16:creationId xmlns:a16="http://schemas.microsoft.com/office/drawing/2014/main" id="{C774511B-AFBA-4321-8D7C-3848BEFD444F}"/>
              </a:ext>
            </a:extLst>
          </p:cNvPr>
          <p:cNvSpPr>
            <a:spLocks xmlns:a="http://schemas.openxmlformats.org/drawingml/2006/main" noGrp="1"/>
          </p:cNvSpPr>
          <p:nvPr/>
        </p:nvSpPr>
        <p:spPr>
          <a:xfrm xmlns:a="http://schemas.openxmlformats.org/drawingml/2006/main">
            <a:off x="590550" y="365760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Customer evidence →</a:t>
            </a:r>
          </a:p>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PM decisions</a:t>
            </a:r>
          </a:p>
        </p:txBody>
      </p:sp>
    </p:spTree>
    <p:extLst>
      <p:ext uri="{BB962C8B-B14F-4D97-AF65-F5344CB8AC3E}">
        <p14:creationId xmlns:p14="http://schemas.microsoft.com/office/powerpoint/2010/main" val="202296004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6C5278F-4831-40AE-8E0D-C29B4D54DDE0}"/>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1776993-61FF-4AE9-BA15-30E29D96FEC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2C5540C-862B-4D7D-9DF2-5F74947024E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9C50C6F9-2835-4DAD-A17B-2F9B687610C1}"/>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1AF915CD-2F33-43E2-9BED-48CCF95377C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4938890C-CF05-441B-98DF-01DC1FA14D62}"/>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DABE2E7C-A4BF-4798-9395-291F2A555CFA}"/>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2CA70990-55D2-42E7-8F08-675AD646E841}"/>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9839F45D-29DA-4713-B51A-03FAB024D4EA}"/>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54E5F4-F584-4C1F-8D04-EE26303695EF}"/>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7988FA53-D947-4DA9-8621-7A0A6DDD7075}"/>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DC4327BD-CD61-47C2-9043-A05709AA07D9}"/>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6A2F30D1-87C4-4F2B-991F-1E8FA59DECFC}"/>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258700E3-6F2D-49DC-AFE1-DBBCBE54F128}"/>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47850486-0144-48A8-B97E-FECDB753DB41}"/>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0AEBB289-79D9-45B5-B254-673A76ED00C6}"/>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9C80677D-0091-4CA3-B800-2296E3F4C4ED}"/>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01A293AC-705D-4A7C-977D-D9F907365884}"/>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3D25A43F-3648-4E9C-B9B3-96319154BBA6}"/>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2080398605"/>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FE7D906-A9B1-46B9-B5AE-2D44EC1C430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854D15A1-4D90-4234-B210-C2F68948F1AE}"/>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BFCBB98D-3ADA-4312-A3F4-0EF329A64944}"/>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E7B7962B-9F4B-4ACF-BFEA-C7D84014A3F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E3BEE9A7-2C65-4DA4-A9B4-86AC5E8A6953}"/>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4F988BA6-2856-4BF8-A319-0328899C0F82}"/>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76F85882-F9EC-4B09-AE98-227E53164A51}"/>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994C760C-AFCD-4967-A243-1B78E993C548}"/>
              </a:ext>
            </a:extLst>
          </p:cNvPr>
          <p:cNvPicPr>
            <a:picLocks xmlns:a="http://schemas.openxmlformats.org/drawingml/2006/main" noChangeAspect="1"/>
          </p:cNvPicPr>
          <p:nvPr/>
        </p:nvPicPr>
        <p:blipFill>
          <a:blip xmlns:r="http://schemas.openxmlformats.org/officeDocument/2006/relationships" xmlns:a="http://schemas.openxmlformats.org/drawingml/2006/main" r:embed="R10274078338246dd"/>
          <a:stretch xmlns:a="http://schemas.openxmlformats.org/drawingml/2006/main"/>
        </p:blipFill>
        <p:spPr>
          <a:xfrm xmlns:a="http://schemas.openxmlformats.org/drawingml/2006/main">
            <a:off x="552450" y="2362200"/>
            <a:ext cx="3905250" cy="3905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42276F1-87C1-43B4-8837-40FA331D5D05}"/>
              </a:ext>
            </a:extLst>
          </p:cNvPr>
          <p:cNvSpPr>
            <a:spLocks xmlns:a="http://schemas.openxmlformats.org/drawingml/2006/main" noGrp="1"/>
          </p:cNvSpPr>
          <p:nvPr/>
        </p:nvSpPr>
        <p:spPr>
          <a:xfrm xmlns:a="http://schemas.openxmlformats.org/drawingml/2006/main">
            <a:off x="51435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8F272992-BA98-4BE2-9632-FE7779DA31F9}"/>
              </a:ext>
            </a:extLst>
          </p:cNvPr>
          <p:cNvSpPr>
            <a:spLocks xmlns:a="http://schemas.openxmlformats.org/drawingml/2006/main" noGrp="1"/>
          </p:cNvSpPr>
          <p:nvPr/>
        </p:nvSpPr>
        <p:spPr>
          <a:xfrm xmlns:a="http://schemas.openxmlformats.org/drawingml/2006/main">
            <a:off x="514350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4CB4C7A7-AE1D-4082-8DD9-7BF9F6390FD6}"/>
              </a:ext>
            </a:extLst>
          </p:cNvPr>
          <p:cNvSpPr>
            <a:spLocks xmlns:a="http://schemas.openxmlformats.org/drawingml/2006/main" noGrp="1"/>
          </p:cNvSpPr>
          <p:nvPr/>
        </p:nvSpPr>
        <p:spPr>
          <a:xfrm xmlns:a="http://schemas.openxmlformats.org/drawingml/2006/main">
            <a:off x="560070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BC900806-B3BB-4C75-996E-694BD4648BD0}"/>
              </a:ext>
            </a:extLst>
          </p:cNvPr>
          <p:cNvSpPr>
            <a:spLocks xmlns:a="http://schemas.openxmlformats.org/drawingml/2006/main" noGrp="1"/>
          </p:cNvSpPr>
          <p:nvPr/>
        </p:nvSpPr>
        <p:spPr>
          <a:xfrm xmlns:a="http://schemas.openxmlformats.org/drawingml/2006/main">
            <a:off x="560070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247A35D8-DC26-437A-AF1B-8B432D73D398}"/>
              </a:ext>
            </a:extLst>
          </p:cNvPr>
          <p:cNvSpPr>
            <a:spLocks xmlns:a="http://schemas.openxmlformats.org/drawingml/2006/main" noGrp="1"/>
          </p:cNvSpPr>
          <p:nvPr/>
        </p:nvSpPr>
        <p:spPr>
          <a:xfrm xmlns:a="http://schemas.openxmlformats.org/drawingml/2006/main">
            <a:off x="560070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6B662E-4745-4C06-97DE-498069BC224E}"/>
              </a:ext>
            </a:extLst>
          </p:cNvPr>
          <p:cNvSpPr>
            <a:spLocks xmlns:a="http://schemas.openxmlformats.org/drawingml/2006/main" noGrp="1"/>
          </p:cNvSpPr>
          <p:nvPr/>
        </p:nvSpPr>
        <p:spPr>
          <a:xfrm xmlns:a="http://schemas.openxmlformats.org/drawingml/2006/main">
            <a:off x="514350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A0C8E701-E574-46E8-9EF0-AA60F81E9267}"/>
              </a:ext>
            </a:extLst>
          </p:cNvPr>
          <p:cNvSpPr>
            <a:spLocks xmlns:a="http://schemas.openxmlformats.org/drawingml/2006/main" noGrp="1"/>
          </p:cNvSpPr>
          <p:nvPr/>
        </p:nvSpPr>
        <p:spPr>
          <a:xfrm xmlns:a="http://schemas.openxmlformats.org/drawingml/2006/main">
            <a:off x="560070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41F77F02-40C3-48CE-9B0A-02BF86EF6918}"/>
              </a:ext>
            </a:extLst>
          </p:cNvPr>
          <p:cNvSpPr>
            <a:spLocks xmlns:a="http://schemas.openxmlformats.org/drawingml/2006/main" noGrp="1"/>
          </p:cNvSpPr>
          <p:nvPr/>
        </p:nvSpPr>
        <p:spPr>
          <a:xfrm xmlns:a="http://schemas.openxmlformats.org/drawingml/2006/main">
            <a:off x="560070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1E18B965-1919-4369-A2CA-2592D45F60A6}"/>
              </a:ext>
            </a:extLst>
          </p:cNvPr>
          <p:cNvSpPr>
            <a:spLocks xmlns:a="http://schemas.openxmlformats.org/drawingml/2006/main" noGrp="1"/>
          </p:cNvSpPr>
          <p:nvPr/>
        </p:nvSpPr>
        <p:spPr>
          <a:xfrm xmlns:a="http://schemas.openxmlformats.org/drawingml/2006/main">
            <a:off x="560070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8BB9841-42B5-4A8F-AAEC-4BBB5261ACEA}"/>
              </a:ext>
            </a:extLst>
          </p:cNvPr>
          <p:cNvSpPr>
            <a:spLocks xmlns:a="http://schemas.openxmlformats.org/drawingml/2006/main" noGrp="1"/>
          </p:cNvSpPr>
          <p:nvPr/>
        </p:nvSpPr>
        <p:spPr>
          <a:xfrm xmlns:a="http://schemas.openxmlformats.org/drawingml/2006/main">
            <a:off x="514350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4A3A93D7-79DE-4141-98F0-6CB041947D40}"/>
              </a:ext>
            </a:extLst>
          </p:cNvPr>
          <p:cNvSpPr>
            <a:spLocks xmlns:a="http://schemas.openxmlformats.org/drawingml/2006/main" noGrp="1"/>
          </p:cNvSpPr>
          <p:nvPr/>
        </p:nvSpPr>
        <p:spPr>
          <a:xfrm xmlns:a="http://schemas.openxmlformats.org/drawingml/2006/main">
            <a:off x="560070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833A1BDE-7597-4E73-B672-E88EF9A3F70E}"/>
              </a:ext>
            </a:extLst>
          </p:cNvPr>
          <p:cNvSpPr>
            <a:spLocks xmlns:a="http://schemas.openxmlformats.org/drawingml/2006/main" noGrp="1"/>
          </p:cNvSpPr>
          <p:nvPr/>
        </p:nvSpPr>
        <p:spPr>
          <a:xfrm xmlns:a="http://schemas.openxmlformats.org/drawingml/2006/main">
            <a:off x="560070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353578C0-03A1-4B1F-8DD9-4789C7748480}"/>
              </a:ext>
            </a:extLst>
          </p:cNvPr>
          <p:cNvSpPr>
            <a:spLocks xmlns:a="http://schemas.openxmlformats.org/drawingml/2006/main" noGrp="1"/>
          </p:cNvSpPr>
          <p:nvPr/>
        </p:nvSpPr>
        <p:spPr>
          <a:xfrm xmlns:a="http://schemas.openxmlformats.org/drawingml/2006/main">
            <a:off x="560070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A93AEB2-2806-4894-9383-95C58FFA45D1}"/>
              </a:ext>
            </a:extLst>
          </p:cNvPr>
          <p:cNvSpPr>
            <a:spLocks xmlns:a="http://schemas.openxmlformats.org/drawingml/2006/main" noGrp="1"/>
          </p:cNvSpPr>
          <p:nvPr/>
        </p:nvSpPr>
        <p:spPr>
          <a:xfrm xmlns:a="http://schemas.openxmlformats.org/drawingml/2006/main">
            <a:off x="514350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86C283FB-F7FE-4335-BAA5-E20B0AA9EE24}"/>
              </a:ext>
            </a:extLst>
          </p:cNvPr>
          <p:cNvSpPr>
            <a:spLocks xmlns:a="http://schemas.openxmlformats.org/drawingml/2006/main" noGrp="1"/>
          </p:cNvSpPr>
          <p:nvPr/>
        </p:nvSpPr>
        <p:spPr>
          <a:xfrm xmlns:a="http://schemas.openxmlformats.org/drawingml/2006/main">
            <a:off x="560070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035A7BA8-DD29-4AA6-B5C7-E9086E5DF536}"/>
              </a:ext>
            </a:extLst>
          </p:cNvPr>
          <p:cNvSpPr>
            <a:spLocks xmlns:a="http://schemas.openxmlformats.org/drawingml/2006/main" noGrp="1"/>
          </p:cNvSpPr>
          <p:nvPr/>
        </p:nvSpPr>
        <p:spPr>
          <a:xfrm xmlns:a="http://schemas.openxmlformats.org/drawingml/2006/main">
            <a:off x="560070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96633EAD-CC6E-4F2F-8586-9BB23DFDD4A3}"/>
              </a:ext>
            </a:extLst>
          </p:cNvPr>
          <p:cNvSpPr>
            <a:spLocks xmlns:a="http://schemas.openxmlformats.org/drawingml/2006/main" noGrp="1"/>
          </p:cNvSpPr>
          <p:nvPr/>
        </p:nvSpPr>
        <p:spPr>
          <a:xfrm xmlns:a="http://schemas.openxmlformats.org/drawingml/2006/main">
            <a:off x="560070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214708299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EBCF3C-1822-4F97-8DFF-0EB0E3D84FB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912AC4B7-4F15-408B-AD5A-13E5AD38ED5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D12C8AC1-9D2A-45C4-B600-37144B7B8D2A}"/>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D217C581-52B0-4F16-8DC2-B75A88FA4C6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D83BD312-DCA0-4493-A76C-07866D45AD13}"/>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A50DDCDB-E751-4999-9EA3-208306DEA37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F2B29521-D988-45FF-A132-85D0D1AA0F6A}"/>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41FE8AE2-1642-4AFF-BDFC-70DEDD6E1265}"/>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18273C07-DFA8-4BA5-B264-871D955478BC}"/>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D7767B7C-7EE5-4D18-A7FA-1CF4F1258C20}"/>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DA16A4CC-529E-4FA8-A13F-8F07BE0F0E81}"/>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CA33D88-B08E-4F6E-AE29-426E60E8A96B}"/>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ABD61F20-A8F7-4E74-AB55-B0BF3791217D}"/>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09E59817-1B3E-482A-B78A-7E419827EE9B}"/>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7748F2A9-9B1C-4A5A-B611-F5BB1F550614}"/>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5A3168-94A6-48BA-B11F-940AAF454181}"/>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A6E6218B-775A-4F1A-A2E3-39F9FF87AF48}"/>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BD5DF1F3-B765-4A41-AA00-634527B73D1B}"/>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A4ABBBAE-12E6-4B65-8B80-491ECC47F6EF}"/>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DA12FA-30B6-4CCB-8B1F-150B751C8F80}"/>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D5D6F7A2-D47B-4670-8E1E-192A3F3949D7}"/>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F045C88D-D7D1-4F5A-A54E-A7E84BC4EF83}"/>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48504958-FF5E-4D67-A923-2BE26DAD128B}"/>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DE9D7D4-E767-4244-AF51-71358F11AFBF}"/>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A15FEF1C-F9F7-4ECB-9CB5-E39F23DC6338}"/>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AF31E55A-682F-47E7-8969-554F3B8651D0}"/>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1E2DF317-93F7-4A03-8565-C23AF76972A6}"/>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14A7EB5-8DD2-45B5-9A2B-E1877A257EEB}"/>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Deep Dive research during analysis; Reimagine after proposals. PM edits create a new version; prior versions stay inspectable.</a:t>
            </a:r>
          </a:p>
        </p:txBody>
      </p:sp>
    </p:spTree>
    <p:extLst>
      <p:ext uri="{BB962C8B-B14F-4D97-AF65-F5344CB8AC3E}">
        <p14:creationId xmlns:p14="http://schemas.microsoft.com/office/powerpoint/2010/main" val="1452629418"/>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E1CBBE-49FE-422B-8883-8B19E3911960}"/>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14869658-B4A5-4FE4-A8D5-E838750CFA7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47FBF05-EB0C-48AA-9C95-B4319DBD5B4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1D7F91DF-6B26-4251-A171-A29F709C97E1}"/>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F2D6C03A-0879-4F8B-9BE4-8EA7A7710D07}"/>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D898A511-ADB4-4416-8332-3EFF043B73B3}"/>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ADBC6D3D-F600-4B8E-B956-89D8EA878753}"/>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BF1E9C-9272-4117-8524-4CCD532F67DE}"/>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CB0E8638-B3D0-4DE7-8A1A-9F6ED2BBCE55}"/>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69021952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C728BD-0608-45A8-934D-BDB7C34FF5B8}"/>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328F2587-5D5D-4D02-AD29-9E145E079869}"/>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F997C5DC-0E6A-463D-926E-14E9BC9FCCC1}"/>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9AF0D320-BD09-4F33-A331-3360FF80C49F}"/>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CBE3CAEB-C29D-4401-AA9F-5CA9719028B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BE74BE32-9C4B-4054-BD4D-C2E2D5103A70}"/>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2EBD3E13-E2BE-46BD-B99B-D18FEB8496B6}"/>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481082-17BF-4B83-B183-5B09DCCB5B50}"/>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A29D02D6-F02E-40ED-A0DC-5747573B5A10}"/>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AA2760DE-F004-4D25-99D6-6985058B61D3}"/>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286FF8-9385-44DA-96CA-5D8E445F3DA4}"/>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FA9C06-3002-4E91-BC0E-6798B2929C46}"/>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A8F063-8668-4C8F-9E68-524C3FFAD43B}"/>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9F154F-CD05-4F1F-B76F-F42EDB8B5EBB}"/>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57BAC925-37FC-41C0-A9F6-29C613CC2914}"/>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19622A9A-DB22-46F4-9A25-B19663031F29}"/>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91595102-9A6E-4793-89F0-1B7F17A2361F}"/>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781E90EC-AB46-4B59-8135-DB1B64265438}"/>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69C5DBF9-1409-41D5-A08E-F503A8BEEAE2}"/>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FBE648B3-701C-44C8-898C-F7987D77E61E}"/>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A904BA0A-BF18-45C7-A7A7-4AABB8E66E30}"/>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738232743"/>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CDD0CC3-E7F1-40DC-A347-C4861518C25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09D4730-619E-4269-B184-D8AAE38CADAE}"/>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C46E53FE-C6EB-42CC-9BDE-3F559170C4B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680427CF-99C5-4284-BDE0-145B7BE2F1C7}"/>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6E5FC204-F406-48C1-9C37-15DCD5DF606D}"/>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07F4F6E6-7154-46AA-A1AD-B925D78C315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AB48591A-0095-48BF-A014-9AB9064159E7}"/>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F6CCCD-690E-42F1-A32E-E69155FBCA34}"/>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3566AD6C-DB7B-4BA5-8BB0-49ABCC033F53}"/>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5029E2BD-5BF5-4406-99A6-EFB395CB1C00}"/>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7DAAE3CB-7A0D-4196-8A64-5C1803139C01}"/>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97B2ECE3-4F53-4D91-9A6D-87CA96844940}"/>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C3A7076B-C2C5-4F28-8A9C-1B80D92C4170}"/>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2BFF856B-271A-4F15-998F-E62A0EA245C6}"/>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781F6C95-29C5-45DE-B89D-E12E3ECF9FA3}"/>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01328C06-33B8-4BBF-8E5E-5B757FE21819}"/>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2BBD9EC3-F454-4F17-92A8-1F26E08C5394}"/>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401465DE-7C23-4191-9B51-EEE469923517}"/>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3FDCA4B7-273C-4DF1-BFB5-FA19C7665387}"/>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3005EF0A-4340-4A9A-9BFE-25B7B0E0F8B2}"/>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230819AD-FBE9-4E48-A1CA-C7D82487B61D}"/>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A2D5E0-5948-4867-9F8C-5F458F919559}"/>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490CC9EF-A422-4EE6-856D-821EFD83020C}"/>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2C12CAEC-B19B-4195-A569-1EE36EA76C35}"/>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8AE70AFB-7891-4669-AE1F-F47F93CEA834}"/>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940662649"/>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070F48-7C2C-4300-88F9-2B96D66D6FC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A057654E-39DC-4990-B235-493A9169604B}"/>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175CFBEF-D4BC-42A5-8FA4-DB37A83CC63C}"/>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E863DC05-1303-4AA2-B7D7-150D8FAA72FF}"/>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714F22BC-0606-4B90-A666-0904FF6CD986}"/>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7727DFA1-BC2C-45B7-87FA-F4FEDFD4882C}"/>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DBE41FB6-7270-409D-AB84-E59995F69D92}"/>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67DB35-DCA7-4FC6-A674-97BB0992F6E8}"/>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0BAF7BC6-F715-4923-9560-AA45A00FD057}"/>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B5309A6B-A928-4348-A0EA-AD104EEAC725}"/>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D6388D0-A701-497F-BA90-104952486419}"/>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DBD6661F-4AEA-4946-B67E-F8435AD61095}"/>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28AE9B2E-EE5A-4862-BCED-F9DF1D04BE4F}"/>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B953E32A-9EE4-4CCD-8F40-438A2FB13C7B}"/>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5992A838-F12E-403E-90B0-6F0B28CBB12B}"/>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847A098D-454A-41C1-B84C-0BB67F0EBDF0}"/>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AE35B172-F873-41EE-B832-F9A781A8CED3}"/>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8149A023-09DA-46A5-838A-B22461D8B7DD}"/>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E67B7FD-CB30-4E5D-9F61-200AC450E4D3}"/>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D19835AC-B65B-45B3-991D-A6A701004EF7}"/>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15D7FE90-74F5-4E66-AD4F-C4B3FBD2F864}"/>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0246E2D1-9C51-4F9E-BB61-BA5B3D30C097}"/>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737CDE5C-B8F1-46B5-888A-2361D86D4755}"/>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6BB251-B79C-4BD1-9CA9-9B89FDB2325D}"/>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CBA91838-CA6F-405F-89B9-6A8E02FF197B}"/>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066335830"/>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902E70B-AF63-4563-BE22-8651C3A1443F}"/>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4CD76E5B-CB69-4242-AE2B-8DA58BBD9A7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E7094FD-8CFD-4E2F-9D32-144EF548915A}"/>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F2FEFF0A-C9F3-4E06-B495-6D89BA3BED49}"/>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6F593755-537D-42B9-8F3A-473EE2F5A62D}"/>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075121A0-3D0D-484D-88F2-79D181D96163}"/>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D2B0FBFA-00E3-4871-8588-FE6F5685006D}"/>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E6661E8C-C799-450B-BC57-26CAEB7E3116}"/>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AB3F31A3-1976-49D2-A320-F3646C00CDDB}"/>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D6556C6B-958F-4BA4-9BBD-199E917CFC71}"/>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B9580E-A588-40B3-B801-E2AAFF47F10B}"/>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B9B29C9F-80C3-423D-8D57-F14071CD47D1}"/>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6F2E15AA-8A14-4889-9685-7EEB2F595BE6}"/>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4648D063-21C0-4A4E-A807-4854B1D51A26}"/>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85B4B4DC-F497-447B-8F1F-5E7FC18A2BBC}"/>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D9A30CCF-6B2B-4B42-B5E0-FF8D7A9BFB98}"/>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7FEB27-B7AF-4F0B-A611-5195507B987A}"/>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66B7D363-ECAA-44DB-A24E-650BF605247C}"/>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B50BDEF2-2C7A-4030-98B7-E7E32CD26BBF}"/>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D0B07F3-025D-46A7-BF60-AE06DDE81CB1}"/>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3C938701-042E-4439-9A87-A2E37D3A7D67}"/>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FA97B4-93D3-4BEC-A2F4-6E69E3A96E4D}"/>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48550E23-24D2-41D9-810F-73B12DBD1091}"/>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155576594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F1DECBC-440D-41EE-BFE8-4BD1D83FAFB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BC23F36-B49D-48FD-A83E-BBB1164C692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FD5CB1A2-40BF-48D0-A7B1-E979792E626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C6944E6F-1B92-497D-BC85-AC4EF7C0EB84}"/>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BEE0F68B-76BB-40DD-A087-2E5E2C5998B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092F1D41-5F50-4F65-A06F-440D1D5F074B}"/>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07C2922E-2C8A-4769-A278-5E4B44B2A66F}"/>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2B2F67DD-E055-4CE7-9C9B-3C9FA958DFCA}"/>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7AC6C180-C38C-426B-A59D-1CFCC2AED14B}"/>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7C05F051-9B82-4F77-B883-3030B1F3E0D9}"/>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F71F6162-4EE9-4CEF-B354-1972AAB9D714}"/>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583DFB84-571B-4F51-9F48-C4EB1AA764F6}"/>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2D52DE3F-B39C-4BD1-8A43-78C3C4AA2194}"/>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36CEF3A7-23D9-4636-BBF6-2A3B4CFC4CD9}"/>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8976E304-A2B6-4605-8CD5-80D74FFEAC44}"/>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CEC7BF6C-3ECC-4880-B8D2-EA05B88E7A00}"/>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20FBB87F-F721-4787-9AC8-F0CB15912F43}"/>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9298AC36-D74D-471F-B2C6-677B62EFD71D}"/>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71DE48-BC30-4706-82BD-46EEB58AB1C3}"/>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C99DB797-B142-4FF0-A653-162FF7F15D5E}"/>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AD23DC36-1614-45CC-BA17-F3A47E1E555A}"/>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C582545C-207A-4D16-A6F3-F133672B63DF}"/>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5142A2D3-4E09-48C8-B870-E6F0744D91B3}"/>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74B9E579-E75D-42DB-BFE1-8AA99E21C551}"/>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F2D6F38E-D76B-428C-B76B-C132B7811F18}"/>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806D6FD8-AFC2-4B3C-9FD6-E6D73ED4EFE8}"/>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8A5456BB-6C54-4185-9EC6-EB151E347094}"/>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52BC1676-304A-4747-832E-CACF3D588FDF}"/>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60725185"/>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C0F734B-39A2-4793-BD8C-309D22FA18C3}"/>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98945B4-CE09-4F7D-AD8B-206FBFF2758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4A375ACD-DE59-4FAF-B3C6-0FB9AAEA8D53}"/>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FCC1F2CA-F08F-4D90-80F2-5ECD5AFA66D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5C5E729D-0688-492D-82BD-0C3C34EA7054}"/>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D86312C9-0A6B-43E1-B7E0-F342BEA9A7F0}"/>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5BB41091-68D1-46CE-AC6E-E1BDAE66A807}"/>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25201A04-E64E-49C7-9655-5C2DC84CC695}"/>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6AE71A7D-D76C-4C5F-A977-06C11075C0C5}"/>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DBCC2011-B1E7-486D-8138-D2DEC9E5005D}"/>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CE57008E-2293-47F4-B6CA-34313B3E9ED2}"/>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80272B0A-96DF-43B2-BF07-9F78D9391222}"/>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2402B206-83D0-4B93-BF39-305D46C13F2E}"/>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68E44F5A-2C91-4336-87FA-8CF1696E262D}"/>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2664825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2026-10-11T06:19:16.8710000Z</dcterms:created>
  <dcterms:modified xsi:type="dcterms:W3CDTF">2026-10-11T06:19:16.8710000Z</dcterms:modified>
</coreProperties>
</file>