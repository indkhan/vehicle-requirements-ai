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0bd21942b7a4a29" /><Relationship Type="http://schemas.openxmlformats.org/officeDocument/2006/relationships/extended-properties" Target="/docProps/app.xml" Id="Ra91e1042ef4447a2" /><Relationship Type="http://schemas.openxmlformats.org/officeDocument/2006/relationships/officeDocument" Target="/ppt/presentation.xml" Id="R2c9e160be8004271" /></Relationships>
</file>

<file path=ppt/presentation.xml><?xml version="1.0" encoding="utf-8"?>
<p:presentation xmlns:p="http://schemas.openxmlformats.org/presentationml/2006/main">
  <p:sldMasterIdLst>
    <p:sldMasterId xmlns:r="http://schemas.openxmlformats.org/officeDocument/2006/relationships" id="2147483648" r:id="Rcccc758a12af429d"/>
  </p:sldMasterIdLst>
  <p:notesMasterIdLst>
    <p:notesMasterId xmlns:r="http://schemas.openxmlformats.org/officeDocument/2006/relationships" r:id="R0acccd6a723d49c4"/>
  </p:notesMasterIdLst>
  <p:sldIdLst>
    <p:sldId xmlns:r="http://schemas.openxmlformats.org/officeDocument/2006/relationships" id="256" r:id="Rf4593110eddf429c"/>
    <p:sldId xmlns:r="http://schemas.openxmlformats.org/officeDocument/2006/relationships" id="257" r:id="R996a820bd35e4137"/>
    <p:sldId xmlns:r="http://schemas.openxmlformats.org/officeDocument/2006/relationships" id="258" r:id="R84c34fd8b8424610"/>
    <p:sldId xmlns:r="http://schemas.openxmlformats.org/officeDocument/2006/relationships" id="259" r:id="R6f635263b54543f3"/>
    <p:sldId xmlns:r="http://schemas.openxmlformats.org/officeDocument/2006/relationships" id="260" r:id="R91dd66da9fa44007"/>
    <p:sldId xmlns:r="http://schemas.openxmlformats.org/officeDocument/2006/relationships" id="261" r:id="R08b5abe61bfe411c"/>
    <p:sldId xmlns:r="http://schemas.openxmlformats.org/officeDocument/2006/relationships" id="262" r:id="R2f0632bfa6b74d84"/>
    <p:sldId xmlns:r="http://schemas.openxmlformats.org/officeDocument/2006/relationships" id="263" r:id="Rdac1314999604f7e"/>
    <p:sldId xmlns:r="http://schemas.openxmlformats.org/officeDocument/2006/relationships" id="264" r:id="R894718aa3d8240af"/>
    <p:sldId xmlns:r="http://schemas.openxmlformats.org/officeDocument/2006/relationships" id="265" r:id="R9567e738b66c44a1"/>
    <p:sldId xmlns:r="http://schemas.openxmlformats.org/officeDocument/2006/relationships" id="266" r:id="R529e7688cdef49b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b537d2f7c91415b" /><Relationship Type="http://schemas.openxmlformats.org/officeDocument/2006/relationships/slideMaster" Target="/ppt/slideMasters/slideMaster1.xml" Id="Rcccc758a12af429d" /><Relationship Type="http://schemas.openxmlformats.org/officeDocument/2006/relationships/notesMaster" Target="/ppt/notesMasters/notesMaster1.xml" Id="R0acccd6a723d49c4" /><Relationship Type="http://schemas.openxmlformats.org/officeDocument/2006/relationships/presProps" Target="/ppt/presProps.xml" Id="R0b58d5dc686642e3" /><Relationship Type="http://schemas.openxmlformats.org/officeDocument/2006/relationships/tableStyles" Target="/ppt/tableStyles.xml" Id="R1142688b6f634ff6" /><Relationship Type="http://schemas.openxmlformats.org/officeDocument/2006/relationships/slide" Target="/ppt/slides/slide1.xml" Id="Rf4593110eddf429c" /><Relationship Type="http://schemas.openxmlformats.org/officeDocument/2006/relationships/slide" Target="/ppt/slides/slide2.xml" Id="R996a820bd35e4137" /><Relationship Type="http://schemas.openxmlformats.org/officeDocument/2006/relationships/slide" Target="/ppt/slides/slide3.xml" Id="R84c34fd8b8424610" /><Relationship Type="http://schemas.openxmlformats.org/officeDocument/2006/relationships/slide" Target="/ppt/slides/slide4.xml" Id="R6f635263b54543f3" /><Relationship Type="http://schemas.openxmlformats.org/officeDocument/2006/relationships/slide" Target="/ppt/slides/slide5.xml" Id="R91dd66da9fa44007" /><Relationship Type="http://schemas.openxmlformats.org/officeDocument/2006/relationships/slide" Target="/ppt/slides/slide6.xml" Id="R08b5abe61bfe411c" /><Relationship Type="http://schemas.openxmlformats.org/officeDocument/2006/relationships/slide" Target="/ppt/slides/slide7.xml" Id="R2f0632bfa6b74d84" /><Relationship Type="http://schemas.openxmlformats.org/officeDocument/2006/relationships/slide" Target="/ppt/slides/slide8.xml" Id="Rdac1314999604f7e" /><Relationship Type="http://schemas.openxmlformats.org/officeDocument/2006/relationships/slide" Target="/ppt/slides/slide9.xml" Id="R894718aa3d8240af" /><Relationship Type="http://schemas.openxmlformats.org/officeDocument/2006/relationships/slide" Target="/ppt/slides/slide10.xml" Id="R9567e738b66c44a1" /><Relationship Type="http://schemas.openxmlformats.org/officeDocument/2006/relationships/slide" Target="/ppt/slides/slide11.xml" Id="R529e7688cdef49b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70c4f86a5c042a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2db8be6396a4fba" /><Relationship Type="http://schemas.openxmlformats.org/officeDocument/2006/relationships/notesMaster" Target="/ppt/notesMasters/notesMaster1.xml" Id="Rc61cab45f3b34e68" /></Relationships>
</file>

<file path=ppt/notesSlides/_rels/notesSlide2.xml.rels>&#65279;<?xml version="1.0" encoding="utf-8"?><Relationships xmlns="http://schemas.openxmlformats.org/package/2006/relationships"><Relationship Type="http://schemas.openxmlformats.org/officeDocument/2006/relationships/slide" Target="/ppt/slides/slide2.xml" Id="R5faa959c3e074414" /><Relationship Type="http://schemas.openxmlformats.org/officeDocument/2006/relationships/notesMaster" Target="/ppt/notesMasters/notesMaster1.xml" Id="Ra884912e290249d9" /></Relationships>
</file>

<file path=ppt/notesSlides/_rels/notesSlide3.xml.rels>&#65279;<?xml version="1.0" encoding="utf-8"?><Relationships xmlns="http://schemas.openxmlformats.org/package/2006/relationships"><Relationship Type="http://schemas.openxmlformats.org/officeDocument/2006/relationships/slide" Target="/ppt/slides/slide3.xml" Id="R0f81cca7a24248a6" /><Relationship Type="http://schemas.openxmlformats.org/officeDocument/2006/relationships/notesMaster" Target="/ppt/notesMasters/notesMaster1.xml" Id="R3ca8706bb6254c69" /></Relationships>
</file>

<file path=ppt/notesSlides/_rels/notesSlide4.xml.rels>&#65279;<?xml version="1.0" encoding="utf-8"?><Relationships xmlns="http://schemas.openxmlformats.org/package/2006/relationships"><Relationship Type="http://schemas.openxmlformats.org/officeDocument/2006/relationships/slide" Target="/ppt/slides/slide4.xml" Id="R72a78148dd0d4bc2" /><Relationship Type="http://schemas.openxmlformats.org/officeDocument/2006/relationships/notesMaster" Target="/ppt/notesMasters/notesMaster1.xml" Id="R0bcda924210540e4" /></Relationships>
</file>

<file path=ppt/notesSlides/_rels/notesSlide5.xml.rels>&#65279;<?xml version="1.0" encoding="utf-8"?><Relationships xmlns="http://schemas.openxmlformats.org/package/2006/relationships"><Relationship Type="http://schemas.openxmlformats.org/officeDocument/2006/relationships/slide" Target="/ppt/slides/slide5.xml" Id="R3bc17e1d017b4b2e" /><Relationship Type="http://schemas.openxmlformats.org/officeDocument/2006/relationships/notesMaster" Target="/ppt/notesMasters/notesMaster1.xml" Id="R6531b835c75e4faf" /></Relationships>
</file>

<file path=ppt/notesSlides/_rels/notesSlide6.xml.rels>&#65279;<?xml version="1.0" encoding="utf-8"?><Relationships xmlns="http://schemas.openxmlformats.org/package/2006/relationships"><Relationship Type="http://schemas.openxmlformats.org/officeDocument/2006/relationships/slide" Target="/ppt/slides/slide6.xml" Id="Re028dbfdc5cc4be4" /><Relationship Type="http://schemas.openxmlformats.org/officeDocument/2006/relationships/notesMaster" Target="/ppt/notesMasters/notesMaster1.xml" Id="R65e346d9595f4a4b" /></Relationships>
</file>

<file path=ppt/notesSlides/_rels/notesSlide7.xml.rels>&#65279;<?xml version="1.0" encoding="utf-8"?><Relationships xmlns="http://schemas.openxmlformats.org/package/2006/relationships"><Relationship Type="http://schemas.openxmlformats.org/officeDocument/2006/relationships/slide" Target="/ppt/slides/slide7.xml" Id="R0b70dc676c084a55" /><Relationship Type="http://schemas.openxmlformats.org/officeDocument/2006/relationships/notesMaster" Target="/ppt/notesMasters/notesMaster1.xml" Id="R5e3dae812fdd49b2" /></Relationships>
</file>

<file path=ppt/notesSlides/_rels/notesSlide8.xml.rels>&#65279;<?xml version="1.0" encoding="utf-8"?><Relationships xmlns="http://schemas.openxmlformats.org/package/2006/relationships"><Relationship Type="http://schemas.openxmlformats.org/officeDocument/2006/relationships/slide" Target="/ppt/slides/slide8.xml" Id="Ra2050641b4ec4c9d" /><Relationship Type="http://schemas.openxmlformats.org/officeDocument/2006/relationships/notesMaster" Target="/ppt/notesMasters/notesMaster1.xml" Id="Rff224e930c294e96" /></Relationships>
</file>

<file path=ppt/notesSlides/_rels/notesSlide9.xml.rels>&#65279;<?xml version="1.0" encoding="utf-8"?><Relationships xmlns="http://schemas.openxmlformats.org/package/2006/relationships"><Relationship Type="http://schemas.openxmlformats.org/officeDocument/2006/relationships/slide" Target="/ppt/slides/slide9.xml" Id="Rabce6aa6614a47f5" /><Relationship Type="http://schemas.openxmlformats.org/officeDocument/2006/relationships/notesMaster" Target="/ppt/notesMasters/notesMaster1.xml" Id="R1ea6ffbd66f4492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8784647662d4a8d" /><Relationship Type="http://schemas.openxmlformats.org/officeDocument/2006/relationships/notesMaster" Target="/ppt/notesMasters/notesMaster1.xml" Id="Rbb05cb95da7a425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c1d3eb1927c48c0" /><Relationship Type="http://schemas.openxmlformats.org/officeDocument/2006/relationships/notesMaster" Target="/ppt/notesMasters/notesMaster1.xml" Id="R6b1279750d44414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Minimal cover. The car image from the supplied PDF was removed because the exact derivative is not verified and the title is clearer without a decorative vehicle image.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BMW source package includes G60 feedback, a US_2025 customer study, and a G60 option list. The supplied option list is not a validated US equipment baseline. The three categories are distinct interpretation paths, not four evidence boxes or conclusions already proven by the cited record. See doc/frontend/MODEL-COVERAGE.md and doc/googledrive/F70_G60_G68_G70_customer_studies.xlsx.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Pipeline verified against plan.md, backend_plan.md and the implemented API/workflow. The actual product interface screenshot is from doc/frontend/evidence/workshop-desktop.png; this visual crop removes the synthetic suggestion sidebar requested in review. Remaining visible vehicle/viewer context is fixture-based, so the screenshot is not evidence of a live BMW analysis. Core path: upload and freeze run/source scope; parse and normalize; extract source-linked findings; check baseline and optionally run Deep Dive; create versioned proposals; PM edits/decides; optional Reimagine uses a bound proposal version; export preserves selected versions and audit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Cross-checked against the supplied BMW challenge in doc/more.md, plan.md, backend_plan.md, backend/TESTING_HANDOFF.md and backend/app/workflows.py. The core pipeline covers heterogeneous upload and source snapshot; parsing, normalization and deduplication; source-linked findings and baseline checks; optional Deep Dive; versioned requirements/proposals with explainable scoring; PM edits/decisions; optional exact-version Reimagine; and exact-version export with audit. Research failures yield explicit gaps, and renderer failure does not block proposals. AI does not approve requirements.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doc/googledrive/G60_feedback_hackathon.xlsx, worksheet Feedback_Explorer, row 313. ID G60-0248, country US, derivative code G60, engine type ICE, category Operating concept, operating system. The former visible label “Difficult to Use” has been removed. This single source row does not establish prevalence, trim applicability, or exact feature availability.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anchor: G60-0248, row 313, requests simpler or click-type access. Counterpoint: G60-0105, row 129, says the customer is enjoying the screen interface. These are distinct records; they do not prove directly comparable customer groups or validate either proposed design.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previous 75-to-67 example and its factor ratings were synthetic. This slide deliberately withholds a score because the cited feedback records do not establish customer impact, target-group reach, matched feature availability, or successor relevance. Weights are project policy, not BMW-prescribed.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Draft language based on BMW G60 feedback workbook, Feedback_Explorer rows 313 (G60-0248) and 797 (G60-0635). This is a manually prepared candidate for the pitch deck, not a stored backend proposal or PM-approved requirement. It does not claim population prevalence.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before/after is an editable UI concept based on G60 feedback, not an app-generated artifact. Repo documentation states current downloaded BMW geometry supports a bounded resize of one independently separated front seat. It does not establish touchscreen redesign or engineering validation. See README.md and doc/reimagine-assets.md.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 evidence: frontend and backend are connected. Backend handoff records a real three-record G60 run with three findings and three changes; the vehicle/part catalog was synthetic, so exact derivative and equipment applicability remain unverified. Combined frontend verification used synthetic UI harness content; no live service was running during this deck update. References: README.md, backend/TESTING_HANDOFF.md, doc/frontend/COMBINED-VERIFICATION.md.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the bounded next proof. Do not claim one-record feedback validates broad market need, exact derivative fit, a BMW-approved score, or generated dashboard geometry.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d77329ba9524b0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0d62f49f77540f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72702a724154be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c961711b23c439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47bd7c9c66743d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8e59e433fe1458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0F4E59B-5FE4-45D1-9AE9-01CB2C8C41A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39443DE-69DF-4CAE-99B4-FE9C4CFC075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850E5ED-C4E6-41B3-A850-A3C1EFC739D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DC0AE9D-B9AC-4F79-8A34-F0C14148FF3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EE98691-9361-4406-B9B8-24AECE33BF7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69E8545-BE71-401F-831F-8764913E3EF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A33051E-ED17-49D2-B157-791D9F14EC6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0E3D1C9-6621-4B7E-BD15-D3EABE0EB78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027F96F-5CCF-4646-A0B1-379B7DDF7FB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B012C4F-9A8A-46DB-9A47-86A5611FDD6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ece94dd7c2f483e" /><Relationship Type="http://schemas.openxmlformats.org/officeDocument/2006/relationships/slideLayout" Target="/ppt/slideLayouts/slideLayout1.xml" Id="Rad392e3cb2bd4ffe" /><Relationship Type="http://schemas.openxmlformats.org/officeDocument/2006/relationships/slideLayout" Target="/ppt/slideLayouts/slideLayout2.xml" Id="Rf00d1d0374f84358" /><Relationship Type="http://schemas.openxmlformats.org/officeDocument/2006/relationships/slideLayout" Target="/ppt/slideLayouts/slideLayout3.xml" Id="R6b8350573171477e" /><Relationship Type="http://schemas.openxmlformats.org/officeDocument/2006/relationships/slideLayout" Target="/ppt/slideLayouts/slideLayout4.xml" Id="Rfac2562ad761423d" /><Relationship Type="http://schemas.openxmlformats.org/officeDocument/2006/relationships/slideLayout" Target="/ppt/slideLayouts/slideLayout5.xml" Id="R5cf90116a66f4949" /><Relationship Type="http://schemas.openxmlformats.org/officeDocument/2006/relationships/slideLayout" Target="/ppt/slideLayouts/slideLayout6.xml" Id="R7256e7fd6bde4e8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d392e3cb2bd4ffe"/>
    <p:sldLayoutId xmlns:r="http://schemas.openxmlformats.org/officeDocument/2006/relationships" id="2147483650" r:id="Rf00d1d0374f84358"/>
    <p:sldLayoutId xmlns:r="http://schemas.openxmlformats.org/officeDocument/2006/relationships" id="2147483651" r:id="R6b8350573171477e"/>
    <p:sldLayoutId xmlns:r="http://schemas.openxmlformats.org/officeDocument/2006/relationships" id="2147483652" r:id="Rfac2562ad761423d"/>
    <p:sldLayoutId xmlns:r="http://schemas.openxmlformats.org/officeDocument/2006/relationships" id="2147483653" r:id="R5cf90116a66f4949"/>
    <p:sldLayoutId xmlns:r="http://schemas.openxmlformats.org/officeDocument/2006/relationships" id="2147483654" r:id="R7256e7fd6bde4e8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7ae99008d784aab" /><Relationship Type="http://schemas.openxmlformats.org/officeDocument/2006/relationships/notesSlide" Target="/ppt/notesSlides/notesSlide1.xml" Id="R349773517098437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cb4b5b9ac684ef2" /><Relationship Type="http://schemas.openxmlformats.org/officeDocument/2006/relationships/notesSlide" Target="/ppt/notesSlides/notesSlide2.xml" Id="R6991a6101d1843b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2c507b062814ca9" /><Relationship Type="http://schemas.openxmlformats.org/officeDocument/2006/relationships/image" Target="/ppt/media/image.jpeg" Id="R09dd03a40e6244b8" /><Relationship Type="http://schemas.openxmlformats.org/officeDocument/2006/relationships/notesSlide" Target="/ppt/notesSlides/notesSlide3.xml" Id="R2615c712baa9486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a400c795c0e4e9d" /><Relationship Type="http://schemas.openxmlformats.org/officeDocument/2006/relationships/notesSlide" Target="/ppt/notesSlides/notesSlide4.xml" Id="R4a02901580594f0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074259f2a2540d0" /><Relationship Type="http://schemas.openxmlformats.org/officeDocument/2006/relationships/notesSlide" Target="/ppt/notesSlides/notesSlide5.xml" Id="Raa8b952da4ee447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c18104d1ad1432b" /><Relationship Type="http://schemas.openxmlformats.org/officeDocument/2006/relationships/notesSlide" Target="/ppt/notesSlides/notesSlide6.xml" Id="R42537982b596412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f7eb032b7764fb5" /><Relationship Type="http://schemas.openxmlformats.org/officeDocument/2006/relationships/notesSlide" Target="/ppt/notesSlides/notesSlide7.xml" Id="R46cff86ced47473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7ff1bd4216e4e91" /><Relationship Type="http://schemas.openxmlformats.org/officeDocument/2006/relationships/notesSlide" Target="/ppt/notesSlides/notesSlide8.xml" Id="R49799b9f874b482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5ae58c91585453f" /><Relationship Type="http://schemas.openxmlformats.org/officeDocument/2006/relationships/notesSlide" Target="/ppt/notesSlides/notesSlide9.xml" Id="Rf0e370eb7b9c45e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9fe6492983a4851" /><Relationship Type="http://schemas.openxmlformats.org/officeDocument/2006/relationships/notesSlide" Target="/ppt/notesSlides/notesSlide10.xml" Id="R9ca0052498f846a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6f7c0d38dd34c2f" /><Relationship Type="http://schemas.openxmlformats.org/officeDocument/2006/relationships/notesSlide" Target="/ppt/notesSlides/notesSlide11.xml" Id="R2eb62f668f8d419d" /></Relationships>
</file>

<file path=ppt/slides/slide1.xml><?xml version="1.0" encoding="utf-8"?>
<p:sld xmlns:p="http://schemas.openxmlformats.org/presentationml/2006/main">
  <p:cSld>
    <p:bg>
      <p:bgPr>
        <a:solidFill xmlns:a="http://schemas.openxmlformats.org/drawingml/2006/main">
          <a:srgbClr val="11192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C5A5224-EE62-4B59-9B5D-8393C52ADE33}"/>
              </a:ext>
            </a:extLst>
          </p:cNvPr>
          <p:cNvSpPr>
            <a:spLocks xmlns:a="http://schemas.openxmlformats.org/drawingml/2006/main" noGrp="1"/>
          </p:cNvSpPr>
          <p:nvPr/>
        </p:nvSpPr>
        <p:spPr>
          <a:xfrm xmlns:a="http://schemas.openxmlformats.org/drawingml/2006/main">
            <a:off x="590550" y="5143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AEBBD0"/>
                </a:solidFill>
                <a:latin typeface="Calibri"/>
                <a:ea typeface="Calibri"/>
                <a:cs typeface="Calibri"/>
              </a:defRPr>
            </a:defPPr>
          </a:lstStyle>
          <a:p xmlns:a="http://schemas.openxmlformats.org/drawingml/2006/main">
            <a:pPr algn="l">
              <a:defRPr sz="1050" b="1">
                <a:solidFill>
                  <a:srgbClr val="AEBBD0"/>
                </a:solidFill>
                <a:latin typeface="Calibri"/>
                <a:ea typeface="Calibri"/>
                <a:cs typeface="Calibri"/>
              </a:defRPr>
            </a:pPr>
            <a:r>
              <a:rPr sz="1050" b="1">
                <a:solidFill>
                  <a:srgbClr val="AEBBD0"/>
                </a:solidFill>
                <a:latin typeface="Calibri"/>
                <a:ea typeface="Calibri"/>
                <a:cs typeface="Calibri"/>
              </a:rPr>
              <a:t>BMW VEHICLE REQUIREMENTS</a:t>
            </a:r>
          </a:p>
        </p:txBody>
      </p:sp>
      <p:sp>
        <p:nvSpPr>
          <p:cNvPr id="2" name="">
            <a:extLst xmlns:a="http://schemas.openxmlformats.org/drawingml/2006/main">
              <a:ext uri="{FF2B5EF4-FFF2-40B4-BE49-F238E27FC236}">
                <a16:creationId xmlns:a16="http://schemas.microsoft.com/office/drawing/2014/main" id="{75EC2BE3-4492-4DC6-AB3A-B59B23797C0D}"/>
              </a:ext>
            </a:extLst>
          </p:cNvPr>
          <p:cNvSpPr>
            <a:spLocks xmlns:a="http://schemas.openxmlformats.org/drawingml/2006/main" noGrp="1"/>
          </p:cNvSpPr>
          <p:nvPr/>
        </p:nvSpPr>
        <p:spPr>
          <a:xfrm xmlns:a="http://schemas.openxmlformats.org/drawingml/2006/main">
            <a:off x="590550" y="1676400"/>
            <a:ext cx="1238250" cy="47625"/>
          </a:xfrm>
          <a:prstGeom xmlns:a="http://schemas.openxmlformats.org/drawingml/2006/main" prst="rect">
            <a:avLst/>
          </a:prstGeom>
          <a:solidFill xmlns:a="http://schemas.openxmlformats.org/drawingml/2006/main">
            <a:srgbClr val="2D5FF4"/>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54A4C7E-821A-4EA1-BE78-2F1BE7295752}"/>
              </a:ext>
            </a:extLst>
          </p:cNvPr>
          <p:cNvSpPr>
            <a:spLocks xmlns:a="http://schemas.openxmlformats.org/drawingml/2006/main" noGrp="1"/>
          </p:cNvSpPr>
          <p:nvPr/>
        </p:nvSpPr>
        <p:spPr>
          <a:xfrm xmlns:a="http://schemas.openxmlformats.org/drawingml/2006/main">
            <a:off x="552450" y="2095500"/>
            <a:ext cx="6477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6900" b="1">
                <a:solidFill>
                  <a:srgbClr val="FFFFFF"/>
                </a:solidFill>
                <a:latin typeface="Calibri"/>
                <a:ea typeface="Calibri"/>
                <a:cs typeface="Calibri"/>
              </a:defRPr>
            </a:defPPr>
          </a:lstStyle>
          <a:p xmlns:a="http://schemas.openxmlformats.org/drawingml/2006/main">
            <a:pPr algn="l">
              <a:defRPr sz="6900" b="1">
                <a:solidFill>
                  <a:srgbClr val="FFFFFF"/>
                </a:solidFill>
                <a:latin typeface="Calibri"/>
                <a:ea typeface="Calibri"/>
                <a:cs typeface="Calibri"/>
              </a:defRPr>
            </a:pPr>
            <a:r>
              <a:rPr sz="6900" b="1">
                <a:solidFill>
                  <a:srgbClr val="FFFFFF"/>
                </a:solidFill>
                <a:latin typeface="Calibri"/>
                <a:ea typeface="Calibri"/>
                <a:cs typeface="Calibri"/>
              </a:rPr>
              <a:t>FWD</a:t>
            </a:r>
          </a:p>
        </p:txBody>
      </p:sp>
      <p:sp>
        <p:nvSpPr>
          <p:cNvPr id="4" name="">
            <a:extLst xmlns:a="http://schemas.openxmlformats.org/drawingml/2006/main">
              <a:ext uri="{FF2B5EF4-FFF2-40B4-BE49-F238E27FC236}">
                <a16:creationId xmlns:a16="http://schemas.microsoft.com/office/drawing/2014/main" id="{CCEF1F14-3E26-4C4B-B7AF-F4BF0D4E6E69}"/>
              </a:ext>
            </a:extLst>
          </p:cNvPr>
          <p:cNvSpPr>
            <a:spLocks xmlns:a="http://schemas.openxmlformats.org/drawingml/2006/main" noGrp="1"/>
          </p:cNvSpPr>
          <p:nvPr/>
        </p:nvSpPr>
        <p:spPr>
          <a:xfrm xmlns:a="http://schemas.openxmlformats.org/drawingml/2006/main">
            <a:off x="590550" y="3619500"/>
            <a:ext cx="8572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a:solidFill>
                  <a:srgbClr val="FFFFFF"/>
                </a:solidFill>
                <a:latin typeface="Calibri"/>
                <a:ea typeface="Calibri"/>
                <a:cs typeface="Calibri"/>
              </a:defRPr>
            </a:defPPr>
          </a:lstStyle>
          <a:p xmlns:a="http://schemas.openxmlformats.org/drawingml/2006/main">
            <a:pPr algn="l">
              <a:defRPr sz="3150" b="1">
                <a:solidFill>
                  <a:srgbClr val="FFFFFF"/>
                </a:solidFill>
                <a:latin typeface="Calibri"/>
                <a:ea typeface="Calibri"/>
                <a:cs typeface="Calibri"/>
              </a:defRPr>
            </a:pPr>
            <a:r>
              <a:rPr sz="3150" b="1">
                <a:solidFill>
                  <a:srgbClr val="FFFFFF"/>
                </a:solidFill>
                <a:latin typeface="Calibri"/>
                <a:ea typeface="Calibri"/>
                <a:cs typeface="Calibri"/>
              </a:rPr>
              <a:t>Customer evidence → PM decisions</a:t>
            </a:r>
          </a:p>
        </p:txBody>
      </p:sp>
      <p:sp>
        <p:nvSpPr>
          <p:cNvPr id="5" name="">
            <a:extLst xmlns:a="http://schemas.openxmlformats.org/drawingml/2006/main">
              <a:ext uri="{FF2B5EF4-FFF2-40B4-BE49-F238E27FC236}">
                <a16:creationId xmlns:a16="http://schemas.microsoft.com/office/drawing/2014/main" id="{26209484-2DF1-437F-A4E0-D16BCC4D54DF}"/>
              </a:ext>
            </a:extLst>
          </p:cNvPr>
          <p:cNvSpPr>
            <a:spLocks xmlns:a="http://schemas.openxmlformats.org/drawingml/2006/main" noGrp="1"/>
          </p:cNvSpPr>
          <p:nvPr/>
        </p:nvSpPr>
        <p:spPr>
          <a:xfrm xmlns:a="http://schemas.openxmlformats.org/drawingml/2006/main">
            <a:off x="609600" y="4533900"/>
            <a:ext cx="723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C8D2E1"/>
                </a:solidFill>
                <a:latin typeface="Calibri"/>
                <a:ea typeface="Calibri"/>
                <a:cs typeface="Calibri"/>
              </a:defRPr>
            </a:defPPr>
          </a:lstStyle>
          <a:p xmlns:a="http://schemas.openxmlformats.org/drawingml/2006/main">
            <a:pPr algn="l">
              <a:defRPr sz="1800" b="0">
                <a:solidFill>
                  <a:srgbClr val="C8D2E1"/>
                </a:solidFill>
                <a:latin typeface="Calibri"/>
                <a:ea typeface="Calibri"/>
                <a:cs typeface="Calibri"/>
              </a:defRPr>
            </a:pPr>
            <a:r>
              <a:rPr sz="1800" b="0">
                <a:solidFill>
                  <a:srgbClr val="C8D2E1"/>
                </a:solidFill>
                <a:latin typeface="Calibri"/>
                <a:ea typeface="Calibri"/>
                <a:cs typeface="Calibri"/>
              </a:rPr>
              <a:t>AI-assisted vehicle requirements</a:t>
            </a:r>
          </a:p>
        </p:txBody>
      </p:sp>
      <p:sp>
        <p:nvSpPr>
          <p:cNvPr id="6" name="">
            <a:extLst xmlns:a="http://schemas.openxmlformats.org/drawingml/2006/main">
              <a:ext uri="{FF2B5EF4-FFF2-40B4-BE49-F238E27FC236}">
                <a16:creationId xmlns:a16="http://schemas.microsoft.com/office/drawing/2014/main" id="{3B785A7C-39FD-43B8-A79D-0C4A4A6AC354}"/>
              </a:ext>
            </a:extLst>
          </p:cNvPr>
          <p:cNvSpPr>
            <a:spLocks xmlns:a="http://schemas.openxmlformats.org/drawingml/2006/main" noGrp="1"/>
          </p:cNvSpPr>
          <p:nvPr/>
        </p:nvSpPr>
        <p:spPr>
          <a:xfrm xmlns:a="http://schemas.openxmlformats.org/drawingml/2006/main">
            <a:off x="609600" y="6057900"/>
            <a:ext cx="514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AEBBD0"/>
                </a:solidFill>
                <a:latin typeface="Calibri"/>
                <a:ea typeface="Calibri"/>
                <a:cs typeface="Calibri"/>
              </a:defRPr>
            </a:defPPr>
          </a:lstStyle>
          <a:p xmlns:a="http://schemas.openxmlformats.org/drawingml/2006/main">
            <a:pPr algn="l">
              <a:defRPr sz="1050" b="0">
                <a:solidFill>
                  <a:srgbClr val="AEBBD0"/>
                </a:solidFill>
                <a:latin typeface="Calibri"/>
                <a:ea typeface="Calibri"/>
                <a:cs typeface="Calibri"/>
              </a:defRPr>
            </a:pPr>
            <a:r>
              <a:rPr sz="1050" b="0">
                <a:solidFill>
                  <a:srgbClr val="AEBBD0"/>
                </a:solidFill>
                <a:latin typeface="Calibri"/>
                <a:ea typeface="Calibri"/>
                <a:cs typeface="Calibri"/>
              </a:rPr>
              <a:t>BMW Vehicle Requirements Challenge</a:t>
            </a:r>
          </a:p>
        </p:txBody>
      </p:sp>
    </p:spTree>
    <p:extLst>
      <p:ext uri="{BB962C8B-B14F-4D97-AF65-F5344CB8AC3E}">
        <p14:creationId xmlns:p14="http://schemas.microsoft.com/office/powerpoint/2010/main" val="1517721569"/>
      </p:ext>
    </p:extLst>
  </p:cSld>
</p:sld>
</file>

<file path=ppt/slides/slide2.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FBC0FABD-B3FC-4199-AE75-49EFC7694BB0}"/>
              </a:ext>
            </a:extLst>
          </p:cNvPr>
          <p:cNvSpPr>
            <a:spLocks xmlns:a="http://schemas.openxmlformats.org/drawingml/2006/main" noGrp="1"/>
          </p:cNvSpPr>
          <p:nvPr/>
        </p:nvSpPr>
        <p:spPr>
          <a:xfrm xmlns:a="http://schemas.openxmlformats.org/drawingml/2006/main">
            <a:off x="514350" y="2286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72131"/>
                </a:solidFill>
                <a:latin typeface="Calibri"/>
                <a:ea typeface="Calibri"/>
                <a:cs typeface="Calibri"/>
              </a:defRPr>
            </a:defPPr>
          </a:lstStyle>
          <a:p xmlns:a="http://schemas.openxmlformats.org/drawingml/2006/main">
            <a:pPr algn="l">
              <a:defRPr sz="1500" b="1">
                <a:solidFill>
                  <a:srgbClr val="172131"/>
                </a:solidFill>
                <a:latin typeface="Calibri"/>
                <a:ea typeface="Calibri"/>
                <a:cs typeface="Calibri"/>
              </a:defRPr>
            </a:pPr>
            <a:r>
              <a:rPr sz="1500" b="1">
                <a:solidFill>
                  <a:srgbClr val="172131"/>
                </a:solidFill>
                <a:latin typeface="Calibri"/>
                <a:ea typeface="Calibri"/>
                <a:cs typeface="Calibri"/>
              </a:rPr>
              <a:t>FWD</a:t>
            </a:r>
          </a:p>
        </p:txBody>
      </p:sp>
      <p:sp>
        <p:nvSpPr>
          <p:cNvPr id="2" name="">
            <a:extLst xmlns:a="http://schemas.openxmlformats.org/drawingml/2006/main">
              <a:ext uri="{FF2B5EF4-FFF2-40B4-BE49-F238E27FC236}">
                <a16:creationId xmlns:a16="http://schemas.microsoft.com/office/drawing/2014/main" id="{078B9D72-238A-4590-BB90-76279210CFD9}"/>
              </a:ext>
            </a:extLst>
          </p:cNvPr>
          <p:cNvSpPr>
            <a:spLocks xmlns:a="http://schemas.openxmlformats.org/drawingml/2006/main" noGrp="1"/>
          </p:cNvSpPr>
          <p:nvPr/>
        </p:nvSpPr>
        <p:spPr>
          <a:xfrm xmlns:a="http://schemas.openxmlformats.org/drawingml/2006/main">
            <a:off x="1066800" y="20955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D5FF4"/>
                </a:solidFill>
                <a:latin typeface="Calibri"/>
                <a:ea typeface="Calibri"/>
                <a:cs typeface="Calibri"/>
              </a:defRPr>
            </a:defPPr>
          </a:lstStyle>
          <a:p xmlns:a="http://schemas.openxmlformats.org/drawingml/2006/main">
            <a:pPr algn="l">
              <a:defRPr sz="1650" b="1">
                <a:solidFill>
                  <a:srgbClr val="2D5FF4"/>
                </a:solidFill>
                <a:latin typeface="Calibri"/>
                <a:ea typeface="Calibri"/>
                <a:cs typeface="Calibri"/>
              </a:defRPr>
            </a:pPr>
            <a:r>
              <a:rPr sz="1650" b="1">
                <a:solidFill>
                  <a:srgbClr val="2D5FF4"/>
                </a:solidFill>
                <a:latin typeface="Calibri"/>
                <a:ea typeface="Calibri"/>
                <a:cs typeface="Calibri"/>
              </a:rPr>
              <a:t>//</a:t>
            </a:r>
          </a:p>
        </p:txBody>
      </p:sp>
      <p:sp>
        <p:nvSpPr>
          <p:cNvPr id="3" name="">
            <a:extLst xmlns:a="http://schemas.openxmlformats.org/drawingml/2006/main">
              <a:ext uri="{FF2B5EF4-FFF2-40B4-BE49-F238E27FC236}">
                <a16:creationId xmlns:a16="http://schemas.microsoft.com/office/drawing/2014/main" id="{046620B9-3F01-489D-BFC6-08D77A6443FC}"/>
              </a:ext>
            </a:extLst>
          </p:cNvPr>
          <p:cNvSpPr>
            <a:spLocks xmlns:a="http://schemas.openxmlformats.org/drawingml/2006/main" noGrp="1"/>
          </p:cNvSpPr>
          <p:nvPr/>
        </p:nvSpPr>
        <p:spPr>
          <a:xfrm xmlns:a="http://schemas.openxmlformats.org/drawingml/2006/main">
            <a:off x="1552575" y="266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B6B82"/>
                </a:solidFill>
                <a:latin typeface="Calibri"/>
                <a:ea typeface="Calibri"/>
                <a:cs typeface="Calibri"/>
              </a:defRPr>
            </a:defPPr>
          </a:lstStyle>
          <a:p xmlns:a="http://schemas.openxmlformats.org/drawingml/2006/main">
            <a:pPr algn="l">
              <a:defRPr sz="900" b="0">
                <a:solidFill>
                  <a:srgbClr val="5B6B82"/>
                </a:solidFill>
                <a:latin typeface="Calibri"/>
                <a:ea typeface="Calibri"/>
                <a:cs typeface="Calibri"/>
              </a:defRPr>
            </a:pPr>
            <a:r>
              <a:rPr sz="900" b="0">
                <a:solidFill>
                  <a:srgbClr val="5B6B82"/>
                </a:solidFill>
                <a:latin typeface="Calibri"/>
                <a:ea typeface="Calibri"/>
                <a:cs typeface="Calibri"/>
              </a:rPr>
              <a:t>VEHICLE REQUIREMENTS</a:t>
            </a:r>
          </a:p>
        </p:txBody>
      </p:sp>
      <p:sp>
        <p:nvSpPr>
          <p:cNvPr id="4" name="">
            <a:extLst xmlns:a="http://schemas.openxmlformats.org/drawingml/2006/main">
              <a:ext uri="{FF2B5EF4-FFF2-40B4-BE49-F238E27FC236}">
                <a16:creationId xmlns:a16="http://schemas.microsoft.com/office/drawing/2014/main" id="{00DB13D6-FD00-4ED1-84EE-16EE71D7223F}"/>
              </a:ext>
            </a:extLst>
          </p:cNvPr>
          <p:cNvSpPr>
            <a:spLocks xmlns:a="http://schemas.openxmlformats.org/drawingml/2006/main" noGrp="1"/>
          </p:cNvSpPr>
          <p:nvPr/>
        </p:nvSpPr>
        <p:spPr>
          <a:xfrm xmlns:a="http://schemas.openxmlformats.org/drawingml/2006/main">
            <a:off x="533400" y="7429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D5FF4"/>
                </a:solidFill>
                <a:latin typeface="Calibri"/>
                <a:ea typeface="Calibri"/>
                <a:cs typeface="Calibri"/>
              </a:defRPr>
            </a:defPPr>
          </a:lstStyle>
          <a:p xmlns:a="http://schemas.openxmlformats.org/drawingml/2006/main">
            <a:pPr algn="l">
              <a:defRPr sz="975" b="1">
                <a:solidFill>
                  <a:srgbClr val="2D5FF4"/>
                </a:solidFill>
                <a:latin typeface="Calibri"/>
                <a:ea typeface="Calibri"/>
                <a:cs typeface="Calibri"/>
              </a:defRPr>
            </a:pPr>
            <a:r>
              <a:rPr sz="975" b="1">
                <a:solidFill>
                  <a:srgbClr val="2D5FF4"/>
                </a:solidFill>
                <a:latin typeface="Calibri"/>
                <a:ea typeface="Calibri"/>
                <a:cs typeface="Calibri"/>
              </a:rPr>
              <a:t>THE CHALLENGE</a:t>
            </a:r>
          </a:p>
        </p:txBody>
      </p:sp>
      <p:sp>
        <p:nvSpPr>
          <p:cNvPr id="5" name="">
            <a:extLst xmlns:a="http://schemas.openxmlformats.org/drawingml/2006/main">
              <a:ext uri="{FF2B5EF4-FFF2-40B4-BE49-F238E27FC236}">
                <a16:creationId xmlns:a16="http://schemas.microsoft.com/office/drawing/2014/main" id="{0EC8B3D1-9520-4522-8CF4-ECF924268BD4}"/>
              </a:ext>
            </a:extLst>
          </p:cNvPr>
          <p:cNvSpPr>
            <a:spLocks xmlns:a="http://schemas.openxmlformats.org/drawingml/2006/main" noGrp="1"/>
          </p:cNvSpPr>
          <p:nvPr/>
        </p:nvSpPr>
        <p:spPr>
          <a:xfrm xmlns:a="http://schemas.openxmlformats.org/drawingml/2006/main">
            <a:off x="533400" y="1057275"/>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31"/>
                </a:solidFill>
                <a:latin typeface="Calibri"/>
                <a:ea typeface="Calibri"/>
                <a:cs typeface="Calibri"/>
              </a:defRPr>
            </a:defPPr>
          </a:lstStyle>
          <a:p xmlns:a="http://schemas.openxmlformats.org/drawingml/2006/main">
            <a:pPr algn="l">
              <a:defRPr sz="2925" b="1">
                <a:solidFill>
                  <a:srgbClr val="172131"/>
                </a:solidFill>
                <a:latin typeface="Calibri"/>
                <a:ea typeface="Calibri"/>
                <a:cs typeface="Calibri"/>
              </a:defRPr>
            </a:pPr>
            <a:r>
              <a:rPr sz="2925" b="1">
                <a:solidFill>
                  <a:srgbClr val="172131"/>
                </a:solidFill>
                <a:latin typeface="Calibri"/>
                <a:ea typeface="Calibri"/>
                <a:cs typeface="Calibri"/>
              </a:rPr>
              <a:t>One G60 complaint. Three possible needs.</a:t>
            </a:r>
          </a:p>
        </p:txBody>
      </p:sp>
      <p:sp>
        <p:nvSpPr>
          <p:cNvPr id="6" name="">
            <a:extLst xmlns:a="http://schemas.openxmlformats.org/drawingml/2006/main">
              <a:ext uri="{FF2B5EF4-FFF2-40B4-BE49-F238E27FC236}">
                <a16:creationId xmlns:a16="http://schemas.microsoft.com/office/drawing/2014/main" id="{76E6416A-B797-4839-959A-1D4BBAE481A1}"/>
              </a:ext>
            </a:extLst>
          </p:cNvPr>
          <p:cNvSpPr>
            <a:spLocks xmlns:a="http://schemas.openxmlformats.org/drawingml/2006/main" noGrp="1"/>
          </p:cNvSpPr>
          <p:nvPr/>
        </p:nvSpPr>
        <p:spPr>
          <a:xfrm xmlns:a="http://schemas.openxmlformats.org/drawingml/2006/main">
            <a:off x="10572750" y="6505575"/>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B6B82"/>
                </a:solidFill>
                <a:latin typeface="Calibri"/>
                <a:ea typeface="Calibri"/>
                <a:cs typeface="Calibri"/>
              </a:defRPr>
            </a:defPPr>
          </a:lstStyle>
          <a:p xmlns:a="http://schemas.openxmlformats.org/drawingml/2006/main">
            <a:pPr algn="r">
              <a:defRPr sz="900" b="0">
                <a:solidFill>
                  <a:srgbClr val="5B6B82"/>
                </a:solidFill>
                <a:latin typeface="Calibri"/>
                <a:ea typeface="Calibri"/>
                <a:cs typeface="Calibri"/>
              </a:defRPr>
            </a:pPr>
            <a:r>
              <a:rPr sz="900" b="0">
                <a:solidFill>
                  <a:srgbClr val="5B6B82"/>
                </a:solidFill>
                <a:latin typeface="Calibri"/>
                <a:ea typeface="Calibri"/>
                <a:cs typeface="Calibri"/>
              </a:rPr>
              <a:t>02 / 11</a:t>
            </a:r>
          </a:p>
        </p:txBody>
      </p:sp>
      <p:sp>
        <p:nvSpPr>
          <p:cNvPr id="7" name="">
            <a:extLst xmlns:a="http://schemas.openxmlformats.org/drawingml/2006/main">
              <a:ext uri="{FF2B5EF4-FFF2-40B4-BE49-F238E27FC236}">
                <a16:creationId xmlns:a16="http://schemas.microsoft.com/office/drawing/2014/main" id="{67063C87-B692-4EC6-A040-7D17E8980C5B}"/>
              </a:ext>
            </a:extLst>
          </p:cNvPr>
          <p:cNvSpPr>
            <a:spLocks xmlns:a="http://schemas.openxmlformats.org/drawingml/2006/main" noGrp="1"/>
          </p:cNvSpPr>
          <p:nvPr/>
        </p:nvSpPr>
        <p:spPr>
          <a:xfrm xmlns:a="http://schemas.openxmlformats.org/drawingml/2006/main">
            <a:off x="552450" y="1866900"/>
            <a:ext cx="1047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5B6B82"/>
                </a:solidFill>
                <a:latin typeface="Calibri"/>
                <a:ea typeface="Calibri"/>
                <a:cs typeface="Calibri"/>
              </a:defRPr>
            </a:defPPr>
          </a:lstStyle>
          <a:p xmlns:a="http://schemas.openxmlformats.org/drawingml/2006/main">
            <a:pPr algn="l">
              <a:defRPr sz="1800" b="0">
                <a:solidFill>
                  <a:srgbClr val="5B6B82"/>
                </a:solidFill>
                <a:latin typeface="Calibri"/>
                <a:ea typeface="Calibri"/>
                <a:cs typeface="Calibri"/>
              </a:defRPr>
            </a:pPr>
            <a:r>
              <a:rPr sz="1800" b="0">
                <a:solidFill>
                  <a:srgbClr val="5B6B82"/>
                </a:solidFill>
                <a:latin typeface="Calibri"/>
                <a:ea typeface="Calibri"/>
                <a:cs typeface="Calibri"/>
              </a:rPr>
              <a:t>Check feedback against study, equipment and market evidence.</a:t>
            </a:r>
          </a:p>
        </p:txBody>
      </p:sp>
      <p:sp>
        <p:nvSpPr>
          <p:cNvPr id="8" name="">
            <a:extLst xmlns:a="http://schemas.openxmlformats.org/drawingml/2006/main">
              <a:ext uri="{FF2B5EF4-FFF2-40B4-BE49-F238E27FC236}">
                <a16:creationId xmlns:a16="http://schemas.microsoft.com/office/drawing/2014/main" id="{E2882FD4-4800-49DC-8718-3FEFCB944FCC}"/>
              </a:ext>
            </a:extLst>
          </p:cNvPr>
          <p:cNvSpPr>
            <a:spLocks xmlns:a="http://schemas.openxmlformats.org/drawingml/2006/main" noGrp="1"/>
          </p:cNvSpPr>
          <p:nvPr/>
        </p:nvSpPr>
        <p:spPr>
          <a:xfrm xmlns:a="http://schemas.openxmlformats.org/drawingml/2006/main">
            <a:off x="571500" y="3333750"/>
            <a:ext cx="619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00" b="1">
                <a:solidFill>
                  <a:srgbClr val="172131"/>
                </a:solidFill>
                <a:latin typeface="Calibri"/>
                <a:ea typeface="Calibri"/>
                <a:cs typeface="Calibri"/>
              </a:defRPr>
            </a:defPPr>
          </a:lstStyle>
          <a:p xmlns:a="http://schemas.openxmlformats.org/drawingml/2006/main">
            <a:pPr algn="l">
              <a:defRPr sz="2400" b="1">
                <a:solidFill>
                  <a:srgbClr val="172131"/>
                </a:solidFill>
                <a:latin typeface="Calibri"/>
                <a:ea typeface="Calibri"/>
                <a:cs typeface="Calibri"/>
              </a:defRPr>
            </a:pPr>
            <a:r>
              <a:rPr sz="2400" b="1">
                <a:solidFill>
                  <a:srgbClr val="172131"/>
                </a:solidFill>
                <a:latin typeface="Calibri"/>
                <a:ea typeface="Calibri"/>
                <a:cs typeface="Calibri"/>
              </a:rPr>
              <a:t>What needs to change?</a:t>
            </a:r>
          </a:p>
        </p:txBody>
      </p:sp>
      <p:sp>
        <p:nvSpPr>
          <p:cNvPr id="9" name="">
            <a:extLst xmlns:a="http://schemas.openxmlformats.org/drawingml/2006/main">
              <a:ext uri="{FF2B5EF4-FFF2-40B4-BE49-F238E27FC236}">
                <a16:creationId xmlns:a16="http://schemas.microsoft.com/office/drawing/2014/main" id="{10E52DBE-E838-4296-A827-A322941F2F62}"/>
              </a:ext>
            </a:extLst>
          </p:cNvPr>
          <p:cNvSpPr>
            <a:spLocks xmlns:a="http://schemas.openxmlformats.org/drawingml/2006/main" noGrp="1"/>
          </p:cNvSpPr>
          <p:nvPr/>
        </p:nvSpPr>
        <p:spPr>
          <a:xfrm xmlns:a="http://schemas.openxmlformats.org/drawingml/2006/main">
            <a:off x="571500" y="3943350"/>
            <a:ext cx="10706100" cy="19050"/>
          </a:xfrm>
          <a:prstGeom xmlns:a="http://schemas.openxmlformats.org/drawingml/2006/main" prst="rect">
            <a:avLst/>
          </a:prstGeom>
          <a:solidFill xmlns:a="http://schemas.openxmlformats.org/drawingml/2006/main">
            <a:srgbClr val="D6DFE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E358700-889F-429F-A300-E36B2388BC14}"/>
              </a:ext>
            </a:extLst>
          </p:cNvPr>
          <p:cNvSpPr>
            <a:spLocks xmlns:a="http://schemas.openxmlformats.org/drawingml/2006/main" noGrp="1"/>
          </p:cNvSpPr>
          <p:nvPr/>
        </p:nvSpPr>
        <p:spPr>
          <a:xfrm xmlns:a="http://schemas.openxmlformats.org/drawingml/2006/main">
            <a:off x="571500" y="4324350"/>
            <a:ext cx="419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2D5FF4"/>
                </a:solidFill>
                <a:latin typeface="Calibri"/>
                <a:ea typeface="Calibri"/>
                <a:cs typeface="Calibri"/>
              </a:defRPr>
            </a:defPPr>
          </a:lstStyle>
          <a:p xmlns:a="http://schemas.openxmlformats.org/drawingml/2006/main">
            <a:pPr algn="l">
              <a:defRPr sz="1275" b="1">
                <a:solidFill>
                  <a:srgbClr val="2D5FF4"/>
                </a:solidFill>
                <a:latin typeface="Calibri"/>
                <a:ea typeface="Calibri"/>
                <a:cs typeface="Calibri"/>
              </a:defRPr>
            </a:pPr>
            <a:r>
              <a:rPr sz="1275" b="1">
                <a:solidFill>
                  <a:srgbClr val="2D5FF4"/>
                </a:solidFill>
                <a:latin typeface="Calibri"/>
                <a:ea typeface="Calibri"/>
                <a:cs typeface="Calibri"/>
              </a:rPr>
              <a:t>01</a:t>
            </a:r>
          </a:p>
        </p:txBody>
      </p:sp>
      <p:sp>
        <p:nvSpPr>
          <p:cNvPr id="11" name="">
            <a:extLst xmlns:a="http://schemas.openxmlformats.org/drawingml/2006/main">
              <a:ext uri="{FF2B5EF4-FFF2-40B4-BE49-F238E27FC236}">
                <a16:creationId xmlns:a16="http://schemas.microsoft.com/office/drawing/2014/main" id="{819CC024-170F-4B07-B2B4-D3DD3DFACCF9}"/>
              </a:ext>
            </a:extLst>
          </p:cNvPr>
          <p:cNvSpPr>
            <a:spLocks xmlns:a="http://schemas.openxmlformats.org/drawingml/2006/main" noGrp="1"/>
          </p:cNvSpPr>
          <p:nvPr/>
        </p:nvSpPr>
        <p:spPr>
          <a:xfrm xmlns:a="http://schemas.openxmlformats.org/drawingml/2006/main">
            <a:off x="571500" y="4724400"/>
            <a:ext cx="323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a:solidFill>
                  <a:srgbClr val="172131"/>
                </a:solidFill>
                <a:latin typeface="Calibri"/>
                <a:ea typeface="Calibri"/>
                <a:cs typeface="Calibri"/>
              </a:defRPr>
            </a:defPPr>
          </a:lstStyle>
          <a:p xmlns:a="http://schemas.openxmlformats.org/drawingml/2006/main">
            <a:pPr algn="l">
              <a:defRPr sz="2025" b="1">
                <a:solidFill>
                  <a:srgbClr val="172131"/>
                </a:solidFill>
                <a:latin typeface="Calibri"/>
                <a:ea typeface="Calibri"/>
                <a:cs typeface="Calibri"/>
              </a:defRPr>
            </a:pPr>
            <a:r>
              <a:rPr sz="2025" b="1">
                <a:solidFill>
                  <a:srgbClr val="172131"/>
                </a:solidFill>
                <a:latin typeface="Calibri"/>
                <a:ea typeface="Calibri"/>
                <a:cs typeface="Calibri"/>
              </a:rPr>
              <a:t>Capability</a:t>
            </a:r>
          </a:p>
        </p:txBody>
      </p:sp>
      <p:sp>
        <p:nvSpPr>
          <p:cNvPr id="12" name="">
            <a:extLst xmlns:a="http://schemas.openxmlformats.org/drawingml/2006/main">
              <a:ext uri="{FF2B5EF4-FFF2-40B4-BE49-F238E27FC236}">
                <a16:creationId xmlns:a16="http://schemas.microsoft.com/office/drawing/2014/main" id="{98B8B77C-23FA-4ABC-B0EA-15FE28E367DF}"/>
              </a:ext>
            </a:extLst>
          </p:cNvPr>
          <p:cNvSpPr>
            <a:spLocks xmlns:a="http://schemas.openxmlformats.org/drawingml/2006/main" noGrp="1"/>
          </p:cNvSpPr>
          <p:nvPr/>
        </p:nvSpPr>
        <p:spPr>
          <a:xfrm xmlns:a="http://schemas.openxmlformats.org/drawingml/2006/main">
            <a:off x="571500" y="5191125"/>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5B6B82"/>
                </a:solidFill>
                <a:latin typeface="Calibri"/>
                <a:ea typeface="Calibri"/>
                <a:cs typeface="Calibri"/>
              </a:defRPr>
            </a:defPPr>
          </a:lstStyle>
          <a:p xmlns:a="http://schemas.openxmlformats.org/drawingml/2006/main">
            <a:pPr algn="l">
              <a:defRPr sz="1425" b="0">
                <a:solidFill>
                  <a:srgbClr val="5B6B82"/>
                </a:solidFill>
                <a:latin typeface="Calibri"/>
                <a:ea typeface="Calibri"/>
                <a:cs typeface="Calibri"/>
              </a:defRPr>
            </a:pPr>
            <a:r>
              <a:rPr sz="1425" b="0">
                <a:solidFill>
                  <a:srgbClr val="5B6B82"/>
                </a:solidFill>
                <a:latin typeface="Calibri"/>
                <a:ea typeface="Calibri"/>
                <a:cs typeface="Calibri"/>
              </a:rPr>
              <a:t>Add a missing function</a:t>
            </a:r>
          </a:p>
        </p:txBody>
      </p:sp>
      <p:sp>
        <p:nvSpPr>
          <p:cNvPr id="13" name="">
            <a:extLst xmlns:a="http://schemas.openxmlformats.org/drawingml/2006/main">
              <a:ext uri="{FF2B5EF4-FFF2-40B4-BE49-F238E27FC236}">
                <a16:creationId xmlns:a16="http://schemas.microsoft.com/office/drawing/2014/main" id="{B5F62211-634D-419F-A542-563C830F8CE0}"/>
              </a:ext>
            </a:extLst>
          </p:cNvPr>
          <p:cNvSpPr>
            <a:spLocks xmlns:a="http://schemas.openxmlformats.org/drawingml/2006/main" noGrp="1"/>
          </p:cNvSpPr>
          <p:nvPr/>
        </p:nvSpPr>
        <p:spPr>
          <a:xfrm xmlns:a="http://schemas.openxmlformats.org/drawingml/2006/main">
            <a:off x="4248150" y="4324350"/>
            <a:ext cx="419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2D5FF4"/>
                </a:solidFill>
                <a:latin typeface="Calibri"/>
                <a:ea typeface="Calibri"/>
                <a:cs typeface="Calibri"/>
              </a:defRPr>
            </a:defPPr>
          </a:lstStyle>
          <a:p xmlns:a="http://schemas.openxmlformats.org/drawingml/2006/main">
            <a:pPr algn="l">
              <a:defRPr sz="1275" b="1">
                <a:solidFill>
                  <a:srgbClr val="2D5FF4"/>
                </a:solidFill>
                <a:latin typeface="Calibri"/>
                <a:ea typeface="Calibri"/>
                <a:cs typeface="Calibri"/>
              </a:defRPr>
            </a:pPr>
            <a:r>
              <a:rPr sz="1275" b="1">
                <a:solidFill>
                  <a:srgbClr val="2D5FF4"/>
                </a:solidFill>
                <a:latin typeface="Calibri"/>
                <a:ea typeface="Calibri"/>
                <a:cs typeface="Calibri"/>
              </a:rPr>
              <a:t>02</a:t>
            </a:r>
          </a:p>
        </p:txBody>
      </p:sp>
      <p:sp>
        <p:nvSpPr>
          <p:cNvPr id="14" name="">
            <a:extLst xmlns:a="http://schemas.openxmlformats.org/drawingml/2006/main">
              <a:ext uri="{FF2B5EF4-FFF2-40B4-BE49-F238E27FC236}">
                <a16:creationId xmlns:a16="http://schemas.microsoft.com/office/drawing/2014/main" id="{5A448F21-6707-483E-A319-85B0043BAE17}"/>
              </a:ext>
            </a:extLst>
          </p:cNvPr>
          <p:cNvSpPr>
            <a:spLocks xmlns:a="http://schemas.openxmlformats.org/drawingml/2006/main" noGrp="1"/>
          </p:cNvSpPr>
          <p:nvPr/>
        </p:nvSpPr>
        <p:spPr>
          <a:xfrm xmlns:a="http://schemas.openxmlformats.org/drawingml/2006/main">
            <a:off x="4248150" y="4724400"/>
            <a:ext cx="323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a:solidFill>
                  <a:srgbClr val="172131"/>
                </a:solidFill>
                <a:latin typeface="Calibri"/>
                <a:ea typeface="Calibri"/>
                <a:cs typeface="Calibri"/>
              </a:defRPr>
            </a:defPPr>
          </a:lstStyle>
          <a:p xmlns:a="http://schemas.openxmlformats.org/drawingml/2006/main">
            <a:pPr algn="l">
              <a:defRPr sz="2025" b="1">
                <a:solidFill>
                  <a:srgbClr val="172131"/>
                </a:solidFill>
                <a:latin typeface="Calibri"/>
                <a:ea typeface="Calibri"/>
                <a:cs typeface="Calibri"/>
              </a:defRPr>
            </a:pPr>
            <a:r>
              <a:rPr sz="2025" b="1">
                <a:solidFill>
                  <a:srgbClr val="172131"/>
                </a:solidFill>
                <a:latin typeface="Calibri"/>
                <a:ea typeface="Calibri"/>
                <a:cs typeface="Calibri"/>
              </a:rPr>
              <a:t>Availability</a:t>
            </a:r>
          </a:p>
        </p:txBody>
      </p:sp>
      <p:sp>
        <p:nvSpPr>
          <p:cNvPr id="15" name="">
            <a:extLst xmlns:a="http://schemas.openxmlformats.org/drawingml/2006/main">
              <a:ext uri="{FF2B5EF4-FFF2-40B4-BE49-F238E27FC236}">
                <a16:creationId xmlns:a16="http://schemas.microsoft.com/office/drawing/2014/main" id="{80057768-F483-4C9A-B845-A82E8AB81F21}"/>
              </a:ext>
            </a:extLst>
          </p:cNvPr>
          <p:cNvSpPr>
            <a:spLocks xmlns:a="http://schemas.openxmlformats.org/drawingml/2006/main" noGrp="1"/>
          </p:cNvSpPr>
          <p:nvPr/>
        </p:nvSpPr>
        <p:spPr>
          <a:xfrm xmlns:a="http://schemas.openxmlformats.org/drawingml/2006/main">
            <a:off x="4248150" y="5191125"/>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5B6B82"/>
                </a:solidFill>
                <a:latin typeface="Calibri"/>
                <a:ea typeface="Calibri"/>
                <a:cs typeface="Calibri"/>
              </a:defRPr>
            </a:defPPr>
          </a:lstStyle>
          <a:p xmlns:a="http://schemas.openxmlformats.org/drawingml/2006/main">
            <a:pPr algn="l">
              <a:defRPr sz="1425" b="0">
                <a:solidFill>
                  <a:srgbClr val="5B6B82"/>
                </a:solidFill>
                <a:latin typeface="Calibri"/>
                <a:ea typeface="Calibri"/>
                <a:cs typeface="Calibri"/>
              </a:defRPr>
            </a:pPr>
            <a:r>
              <a:rPr sz="1425" b="0">
                <a:solidFill>
                  <a:srgbClr val="5B6B82"/>
                </a:solidFill>
                <a:latin typeface="Calibri"/>
                <a:ea typeface="Calibri"/>
                <a:cs typeface="Calibri"/>
              </a:rPr>
              <a:t>Offer it in the right variant</a:t>
            </a:r>
          </a:p>
        </p:txBody>
      </p:sp>
      <p:sp>
        <p:nvSpPr>
          <p:cNvPr id="16" name="">
            <a:extLst xmlns:a="http://schemas.openxmlformats.org/drawingml/2006/main">
              <a:ext uri="{FF2B5EF4-FFF2-40B4-BE49-F238E27FC236}">
                <a16:creationId xmlns:a16="http://schemas.microsoft.com/office/drawing/2014/main" id="{1465E533-471D-4FF7-81C8-9C50DE1F6B60}"/>
              </a:ext>
            </a:extLst>
          </p:cNvPr>
          <p:cNvSpPr>
            <a:spLocks xmlns:a="http://schemas.openxmlformats.org/drawingml/2006/main" noGrp="1"/>
          </p:cNvSpPr>
          <p:nvPr/>
        </p:nvSpPr>
        <p:spPr>
          <a:xfrm xmlns:a="http://schemas.openxmlformats.org/drawingml/2006/main">
            <a:off x="7924800" y="4324350"/>
            <a:ext cx="419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2D5FF4"/>
                </a:solidFill>
                <a:latin typeface="Calibri"/>
                <a:ea typeface="Calibri"/>
                <a:cs typeface="Calibri"/>
              </a:defRPr>
            </a:defPPr>
          </a:lstStyle>
          <a:p xmlns:a="http://schemas.openxmlformats.org/drawingml/2006/main">
            <a:pPr algn="l">
              <a:defRPr sz="1275" b="1">
                <a:solidFill>
                  <a:srgbClr val="2D5FF4"/>
                </a:solidFill>
                <a:latin typeface="Calibri"/>
                <a:ea typeface="Calibri"/>
                <a:cs typeface="Calibri"/>
              </a:defRPr>
            </a:pPr>
            <a:r>
              <a:rPr sz="1275" b="1">
                <a:solidFill>
                  <a:srgbClr val="2D5FF4"/>
                </a:solidFill>
                <a:latin typeface="Calibri"/>
                <a:ea typeface="Calibri"/>
                <a:cs typeface="Calibri"/>
              </a:rPr>
              <a:t>03</a:t>
            </a:r>
          </a:p>
        </p:txBody>
      </p:sp>
      <p:sp>
        <p:nvSpPr>
          <p:cNvPr id="17" name="">
            <a:extLst xmlns:a="http://schemas.openxmlformats.org/drawingml/2006/main">
              <a:ext uri="{FF2B5EF4-FFF2-40B4-BE49-F238E27FC236}">
                <a16:creationId xmlns:a16="http://schemas.microsoft.com/office/drawing/2014/main" id="{1E98D5A8-A764-40DB-A3CC-BFE24D537FB9}"/>
              </a:ext>
            </a:extLst>
          </p:cNvPr>
          <p:cNvSpPr>
            <a:spLocks xmlns:a="http://schemas.openxmlformats.org/drawingml/2006/main" noGrp="1"/>
          </p:cNvSpPr>
          <p:nvPr/>
        </p:nvSpPr>
        <p:spPr>
          <a:xfrm xmlns:a="http://schemas.openxmlformats.org/drawingml/2006/main">
            <a:off x="7924800" y="4724400"/>
            <a:ext cx="323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a:solidFill>
                  <a:srgbClr val="172131"/>
                </a:solidFill>
                <a:latin typeface="Calibri"/>
                <a:ea typeface="Calibri"/>
                <a:cs typeface="Calibri"/>
              </a:defRPr>
            </a:defPPr>
          </a:lstStyle>
          <a:p xmlns:a="http://schemas.openxmlformats.org/drawingml/2006/main">
            <a:pPr algn="l">
              <a:defRPr sz="2025" b="1">
                <a:solidFill>
                  <a:srgbClr val="172131"/>
                </a:solidFill>
                <a:latin typeface="Calibri"/>
                <a:ea typeface="Calibri"/>
                <a:cs typeface="Calibri"/>
              </a:defRPr>
            </a:pPr>
            <a:r>
              <a:rPr sz="2025" b="1">
                <a:solidFill>
                  <a:srgbClr val="172131"/>
                </a:solidFill>
                <a:latin typeface="Calibri"/>
                <a:ea typeface="Calibri"/>
                <a:cs typeface="Calibri"/>
              </a:rPr>
              <a:t>Usability</a:t>
            </a:r>
          </a:p>
        </p:txBody>
      </p:sp>
      <p:sp>
        <p:nvSpPr>
          <p:cNvPr id="18" name="">
            <a:extLst xmlns:a="http://schemas.openxmlformats.org/drawingml/2006/main">
              <a:ext uri="{FF2B5EF4-FFF2-40B4-BE49-F238E27FC236}">
                <a16:creationId xmlns:a16="http://schemas.microsoft.com/office/drawing/2014/main" id="{3ADD8BC0-1780-4F72-BAC4-A58B9D1DB776}"/>
              </a:ext>
            </a:extLst>
          </p:cNvPr>
          <p:cNvSpPr>
            <a:spLocks xmlns:a="http://schemas.openxmlformats.org/drawingml/2006/main" noGrp="1"/>
          </p:cNvSpPr>
          <p:nvPr/>
        </p:nvSpPr>
        <p:spPr>
          <a:xfrm xmlns:a="http://schemas.openxmlformats.org/drawingml/2006/main">
            <a:off x="7924800" y="5191125"/>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5B6B82"/>
                </a:solidFill>
                <a:latin typeface="Calibri"/>
                <a:ea typeface="Calibri"/>
                <a:cs typeface="Calibri"/>
              </a:defRPr>
            </a:defPPr>
          </a:lstStyle>
          <a:p xmlns:a="http://schemas.openxmlformats.org/drawingml/2006/main">
            <a:pPr algn="l">
              <a:defRPr sz="1425" b="0">
                <a:solidFill>
                  <a:srgbClr val="5B6B82"/>
                </a:solidFill>
                <a:latin typeface="Calibri"/>
                <a:ea typeface="Calibri"/>
                <a:cs typeface="Calibri"/>
              </a:defRPr>
            </a:pPr>
            <a:r>
              <a:rPr sz="1425" b="0">
                <a:solidFill>
                  <a:srgbClr val="5B6B82"/>
                </a:solidFill>
                <a:latin typeface="Calibri"/>
                <a:ea typeface="Calibri"/>
                <a:cs typeface="Calibri"/>
              </a:rPr>
              <a:t>Make it easier to use</a:t>
            </a:r>
          </a:p>
        </p:txBody>
      </p:sp>
      <p:sp>
        <p:nvSpPr>
          <p:cNvPr id="19" name="">
            <a:extLst xmlns:a="http://schemas.openxmlformats.org/drawingml/2006/main">
              <a:ext uri="{FF2B5EF4-FFF2-40B4-BE49-F238E27FC236}">
                <a16:creationId xmlns:a16="http://schemas.microsoft.com/office/drawing/2014/main" id="{23B5AAA3-1384-4899-9199-FB0D55FC2A2D}"/>
              </a:ext>
            </a:extLst>
          </p:cNvPr>
          <p:cNvSpPr>
            <a:spLocks xmlns:a="http://schemas.openxmlformats.org/drawingml/2006/main" noGrp="1"/>
          </p:cNvSpPr>
          <p:nvPr/>
        </p:nvSpPr>
        <p:spPr>
          <a:xfrm xmlns:a="http://schemas.openxmlformats.org/drawingml/2006/main">
            <a:off x="571500" y="59626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B6B82"/>
                </a:solidFill>
                <a:latin typeface="Calibri"/>
                <a:ea typeface="Calibri"/>
                <a:cs typeface="Calibri"/>
              </a:defRPr>
            </a:defPPr>
          </a:lstStyle>
          <a:p xmlns:a="http://schemas.openxmlformats.org/drawingml/2006/main">
            <a:pPr algn="l">
              <a:defRPr sz="1200" b="0">
                <a:solidFill>
                  <a:srgbClr val="5B6B82"/>
                </a:solidFill>
                <a:latin typeface="Calibri"/>
                <a:ea typeface="Calibri"/>
                <a:cs typeface="Calibri"/>
              </a:defRPr>
            </a:pPr>
            <a:r>
              <a:rPr sz="1200" b="0">
                <a:solidFill>
                  <a:srgbClr val="5B6B82"/>
                </a:solidFill>
                <a:latin typeface="Calibri"/>
                <a:ea typeface="Calibri"/>
                <a:cs typeface="Calibri"/>
              </a:rPr>
              <a:t>The cited record points to usability; US equipment fit is still unverified.</a:t>
            </a:r>
          </a:p>
        </p:txBody>
      </p:sp>
    </p:spTree>
    <p:extLst>
      <p:ext uri="{BB962C8B-B14F-4D97-AF65-F5344CB8AC3E}">
        <p14:creationId xmlns:p14="http://schemas.microsoft.com/office/powerpoint/2010/main" val="812318305"/>
      </p:ext>
    </p:extLst>
  </p:cSld>
</p:sld>
</file>

<file path=ppt/slides/slide3.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C08C8244-DE84-41E2-9106-983D1839DE2B}"/>
              </a:ext>
            </a:extLst>
          </p:cNvPr>
          <p:cNvSpPr>
            <a:spLocks xmlns:a="http://schemas.openxmlformats.org/drawingml/2006/main" noGrp="1"/>
          </p:cNvSpPr>
          <p:nvPr/>
        </p:nvSpPr>
        <p:spPr>
          <a:xfrm xmlns:a="http://schemas.openxmlformats.org/drawingml/2006/main">
            <a:off x="514350" y="2286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72131"/>
                </a:solidFill>
                <a:latin typeface="Calibri"/>
                <a:ea typeface="Calibri"/>
                <a:cs typeface="Calibri"/>
              </a:defRPr>
            </a:defPPr>
          </a:lstStyle>
          <a:p xmlns:a="http://schemas.openxmlformats.org/drawingml/2006/main">
            <a:pPr algn="l">
              <a:defRPr sz="1500" b="1">
                <a:solidFill>
                  <a:srgbClr val="172131"/>
                </a:solidFill>
                <a:latin typeface="Calibri"/>
                <a:ea typeface="Calibri"/>
                <a:cs typeface="Calibri"/>
              </a:defRPr>
            </a:pPr>
            <a:r>
              <a:rPr sz="1500" b="1">
                <a:solidFill>
                  <a:srgbClr val="172131"/>
                </a:solidFill>
                <a:latin typeface="Calibri"/>
                <a:ea typeface="Calibri"/>
                <a:cs typeface="Calibri"/>
              </a:rPr>
              <a:t>FWD</a:t>
            </a:r>
          </a:p>
        </p:txBody>
      </p:sp>
      <p:sp>
        <p:nvSpPr>
          <p:cNvPr id="2" name="">
            <a:extLst xmlns:a="http://schemas.openxmlformats.org/drawingml/2006/main">
              <a:ext uri="{FF2B5EF4-FFF2-40B4-BE49-F238E27FC236}">
                <a16:creationId xmlns:a16="http://schemas.microsoft.com/office/drawing/2014/main" id="{12080D53-E827-4A38-B01B-D77AA0EDA652}"/>
              </a:ext>
            </a:extLst>
          </p:cNvPr>
          <p:cNvSpPr>
            <a:spLocks xmlns:a="http://schemas.openxmlformats.org/drawingml/2006/main" noGrp="1"/>
          </p:cNvSpPr>
          <p:nvPr/>
        </p:nvSpPr>
        <p:spPr>
          <a:xfrm xmlns:a="http://schemas.openxmlformats.org/drawingml/2006/main">
            <a:off x="1066800" y="20955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D5FF4"/>
                </a:solidFill>
                <a:latin typeface="Calibri"/>
                <a:ea typeface="Calibri"/>
                <a:cs typeface="Calibri"/>
              </a:defRPr>
            </a:defPPr>
          </a:lstStyle>
          <a:p xmlns:a="http://schemas.openxmlformats.org/drawingml/2006/main">
            <a:pPr algn="l">
              <a:defRPr sz="1650" b="1">
                <a:solidFill>
                  <a:srgbClr val="2D5FF4"/>
                </a:solidFill>
                <a:latin typeface="Calibri"/>
                <a:ea typeface="Calibri"/>
                <a:cs typeface="Calibri"/>
              </a:defRPr>
            </a:pPr>
            <a:r>
              <a:rPr sz="1650" b="1">
                <a:solidFill>
                  <a:srgbClr val="2D5FF4"/>
                </a:solidFill>
                <a:latin typeface="Calibri"/>
                <a:ea typeface="Calibri"/>
                <a:cs typeface="Calibri"/>
              </a:rPr>
              <a:t>//</a:t>
            </a:r>
          </a:p>
        </p:txBody>
      </p:sp>
      <p:sp>
        <p:nvSpPr>
          <p:cNvPr id="3" name="">
            <a:extLst xmlns:a="http://schemas.openxmlformats.org/drawingml/2006/main">
              <a:ext uri="{FF2B5EF4-FFF2-40B4-BE49-F238E27FC236}">
                <a16:creationId xmlns:a16="http://schemas.microsoft.com/office/drawing/2014/main" id="{2306F2A8-B946-444B-B7B4-BF8A6017C5E3}"/>
              </a:ext>
            </a:extLst>
          </p:cNvPr>
          <p:cNvSpPr>
            <a:spLocks xmlns:a="http://schemas.openxmlformats.org/drawingml/2006/main" noGrp="1"/>
          </p:cNvSpPr>
          <p:nvPr/>
        </p:nvSpPr>
        <p:spPr>
          <a:xfrm xmlns:a="http://schemas.openxmlformats.org/drawingml/2006/main">
            <a:off x="1552575" y="266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B6B82"/>
                </a:solidFill>
                <a:latin typeface="Calibri"/>
                <a:ea typeface="Calibri"/>
                <a:cs typeface="Calibri"/>
              </a:defRPr>
            </a:defPPr>
          </a:lstStyle>
          <a:p xmlns:a="http://schemas.openxmlformats.org/drawingml/2006/main">
            <a:pPr algn="l">
              <a:defRPr sz="900" b="0">
                <a:solidFill>
                  <a:srgbClr val="5B6B82"/>
                </a:solidFill>
                <a:latin typeface="Calibri"/>
                <a:ea typeface="Calibri"/>
                <a:cs typeface="Calibri"/>
              </a:defRPr>
            </a:pPr>
            <a:r>
              <a:rPr sz="900" b="0">
                <a:solidFill>
                  <a:srgbClr val="5B6B82"/>
                </a:solidFill>
                <a:latin typeface="Calibri"/>
                <a:ea typeface="Calibri"/>
                <a:cs typeface="Calibri"/>
              </a:rPr>
              <a:t>VEHICLE REQUIREMENTS</a:t>
            </a:r>
          </a:p>
        </p:txBody>
      </p:sp>
      <p:sp>
        <p:nvSpPr>
          <p:cNvPr id="4" name="">
            <a:extLst xmlns:a="http://schemas.openxmlformats.org/drawingml/2006/main">
              <a:ext uri="{FF2B5EF4-FFF2-40B4-BE49-F238E27FC236}">
                <a16:creationId xmlns:a16="http://schemas.microsoft.com/office/drawing/2014/main" id="{A9B758FD-1D51-4D89-BD63-AA72478E3DF3}"/>
              </a:ext>
            </a:extLst>
          </p:cNvPr>
          <p:cNvSpPr>
            <a:spLocks xmlns:a="http://schemas.openxmlformats.org/drawingml/2006/main" noGrp="1"/>
          </p:cNvSpPr>
          <p:nvPr/>
        </p:nvSpPr>
        <p:spPr>
          <a:xfrm xmlns:a="http://schemas.openxmlformats.org/drawingml/2006/main">
            <a:off x="533400" y="7429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D5FF4"/>
                </a:solidFill>
                <a:latin typeface="Calibri"/>
                <a:ea typeface="Calibri"/>
                <a:cs typeface="Calibri"/>
              </a:defRPr>
            </a:defPPr>
          </a:lstStyle>
          <a:p xmlns:a="http://schemas.openxmlformats.org/drawingml/2006/main">
            <a:pPr algn="l">
              <a:defRPr sz="975" b="1">
                <a:solidFill>
                  <a:srgbClr val="2D5FF4"/>
                </a:solidFill>
                <a:latin typeface="Calibri"/>
                <a:ea typeface="Calibri"/>
                <a:cs typeface="Calibri"/>
              </a:defRPr>
            </a:pPr>
            <a:r>
              <a:rPr sz="975" b="1">
                <a:solidFill>
                  <a:srgbClr val="2D5FF4"/>
                </a:solidFill>
                <a:latin typeface="Calibri"/>
                <a:ea typeface="Calibri"/>
                <a:cs typeface="Calibri"/>
              </a:rPr>
              <a:t>THE SOLUTION</a:t>
            </a:r>
          </a:p>
        </p:txBody>
      </p:sp>
      <p:sp>
        <p:nvSpPr>
          <p:cNvPr id="5" name="">
            <a:extLst xmlns:a="http://schemas.openxmlformats.org/drawingml/2006/main">
              <a:ext uri="{FF2B5EF4-FFF2-40B4-BE49-F238E27FC236}">
                <a16:creationId xmlns:a16="http://schemas.microsoft.com/office/drawing/2014/main" id="{2FAE35B8-F26D-43AE-9562-4382E0F64053}"/>
              </a:ext>
            </a:extLst>
          </p:cNvPr>
          <p:cNvSpPr>
            <a:spLocks xmlns:a="http://schemas.openxmlformats.org/drawingml/2006/main" noGrp="1"/>
          </p:cNvSpPr>
          <p:nvPr/>
        </p:nvSpPr>
        <p:spPr>
          <a:xfrm xmlns:a="http://schemas.openxmlformats.org/drawingml/2006/main">
            <a:off x="533400" y="1057275"/>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31"/>
                </a:solidFill>
                <a:latin typeface="Calibri"/>
                <a:ea typeface="Calibri"/>
                <a:cs typeface="Calibri"/>
              </a:defRPr>
            </a:defPPr>
          </a:lstStyle>
          <a:p xmlns:a="http://schemas.openxmlformats.org/drawingml/2006/main">
            <a:pPr algn="l">
              <a:defRPr sz="2925" b="1">
                <a:solidFill>
                  <a:srgbClr val="172131"/>
                </a:solidFill>
                <a:latin typeface="Calibri"/>
                <a:ea typeface="Calibri"/>
                <a:cs typeface="Calibri"/>
              </a:defRPr>
            </a:pPr>
            <a:r>
              <a:rPr sz="2925" b="1">
                <a:solidFill>
                  <a:srgbClr val="172131"/>
                </a:solidFill>
                <a:latin typeface="Calibri"/>
                <a:ea typeface="Calibri"/>
                <a:cs typeface="Calibri"/>
              </a:rPr>
              <a:t>One application. A traceable decision path.</a:t>
            </a:r>
          </a:p>
        </p:txBody>
      </p:sp>
      <p:sp>
        <p:nvSpPr>
          <p:cNvPr id="6" name="">
            <a:extLst xmlns:a="http://schemas.openxmlformats.org/drawingml/2006/main">
              <a:ext uri="{FF2B5EF4-FFF2-40B4-BE49-F238E27FC236}">
                <a16:creationId xmlns:a16="http://schemas.microsoft.com/office/drawing/2014/main" id="{4CA17884-0665-4824-BA13-2C77B1134435}"/>
              </a:ext>
            </a:extLst>
          </p:cNvPr>
          <p:cNvSpPr>
            <a:spLocks xmlns:a="http://schemas.openxmlformats.org/drawingml/2006/main" noGrp="1"/>
          </p:cNvSpPr>
          <p:nvPr/>
        </p:nvSpPr>
        <p:spPr>
          <a:xfrm xmlns:a="http://schemas.openxmlformats.org/drawingml/2006/main">
            <a:off x="10572750" y="6505575"/>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B6B82"/>
                </a:solidFill>
                <a:latin typeface="Calibri"/>
                <a:ea typeface="Calibri"/>
                <a:cs typeface="Calibri"/>
              </a:defRPr>
            </a:defPPr>
          </a:lstStyle>
          <a:p xmlns:a="http://schemas.openxmlformats.org/drawingml/2006/main">
            <a:pPr algn="r">
              <a:defRPr sz="900" b="0">
                <a:solidFill>
                  <a:srgbClr val="5B6B82"/>
                </a:solidFill>
                <a:latin typeface="Calibri"/>
                <a:ea typeface="Calibri"/>
                <a:cs typeface="Calibri"/>
              </a:defRPr>
            </a:pPr>
            <a:r>
              <a:rPr sz="900" b="0">
                <a:solidFill>
                  <a:srgbClr val="5B6B82"/>
                </a:solidFill>
                <a:latin typeface="Calibri"/>
                <a:ea typeface="Calibri"/>
                <a:cs typeface="Calibri"/>
              </a:rPr>
              <a:t>03 / 11</a:t>
            </a:r>
          </a:p>
        </p:txBody>
      </p:sp>
      <p:sp>
        <p:nvSpPr>
          <p:cNvPr id="7" name="">
            <a:extLst xmlns:a="http://schemas.openxmlformats.org/drawingml/2006/main">
              <a:ext uri="{FF2B5EF4-FFF2-40B4-BE49-F238E27FC236}">
                <a16:creationId xmlns:a16="http://schemas.microsoft.com/office/drawing/2014/main" id="{CE0906BA-88E4-4FC8-88C2-8E962444A592}"/>
              </a:ext>
            </a:extLst>
          </p:cNvPr>
          <p:cNvSpPr>
            <a:spLocks xmlns:a="http://schemas.openxmlformats.org/drawingml/2006/main" noGrp="1"/>
          </p:cNvSpPr>
          <p:nvPr/>
        </p:nvSpPr>
        <p:spPr>
          <a:xfrm xmlns:a="http://schemas.openxmlformats.org/drawingml/2006/main">
            <a:off x="552450" y="1809750"/>
            <a:ext cx="933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5B6B82"/>
                </a:solidFill>
                <a:latin typeface="Calibri"/>
                <a:ea typeface="Calibri"/>
                <a:cs typeface="Calibri"/>
              </a:defRPr>
            </a:defPPr>
          </a:lstStyle>
          <a:p xmlns:a="http://schemas.openxmlformats.org/drawingml/2006/main">
            <a:pPr algn="l">
              <a:defRPr sz="1650" b="0">
                <a:solidFill>
                  <a:srgbClr val="5B6B82"/>
                </a:solidFill>
                <a:latin typeface="Calibri"/>
                <a:ea typeface="Calibri"/>
                <a:cs typeface="Calibri"/>
              </a:defRPr>
            </a:pPr>
            <a:r>
              <a:rPr sz="1650" b="0">
                <a:solidFill>
                  <a:srgbClr val="5B6B82"/>
                </a:solidFill>
                <a:latin typeface="Calibri"/>
                <a:ea typeface="Calibri"/>
                <a:cs typeface="Calibri"/>
              </a:rPr>
              <a:t>The frontend and backend now work as one product.</a:t>
            </a:r>
          </a:p>
        </p:txBody>
      </p:sp>
      <p:pic>
        <p:nvPicPr>
          <p:cNvPr id="8" name="">
            <a:extLst xmlns:a="http://schemas.openxmlformats.org/drawingml/2006/main">
              <a:ext uri="{FF2B5EF4-FFF2-40B4-BE49-F238E27FC236}">
                <a16:creationId xmlns:a16="http://schemas.microsoft.com/office/drawing/2014/main" id="{559676CC-0EDB-4AFD-8062-F11F0690D697}"/>
              </a:ext>
            </a:extLst>
          </p:cNvPr>
          <p:cNvPicPr>
            <a:picLocks xmlns:a="http://schemas.openxmlformats.org/drawingml/2006/main" noChangeAspect="1"/>
          </p:cNvPicPr>
          <p:nvPr/>
        </p:nvPicPr>
        <p:blipFill>
          <a:blip xmlns:r="http://schemas.openxmlformats.org/officeDocument/2006/relationships" xmlns:a="http://schemas.openxmlformats.org/drawingml/2006/main" r:embed="R09dd03a40e6244b8"/>
          <a:srcRect xmlns:a="http://schemas.openxmlformats.org/drawingml/2006/main" l="0" t="13500" r="0" b="13500"/>
          <a:stretch xmlns:a="http://schemas.openxmlformats.org/drawingml/2006/main">
            <a:fillRect l="0" t="0" r="0" b="0"/>
          </a:stretch>
        </p:blipFill>
        <p:spPr>
          <a:xfrm xmlns:a="http://schemas.openxmlformats.org/drawingml/2006/main">
            <a:off x="552450" y="2428875"/>
            <a:ext cx="4762500" cy="347662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39379E4D-96BF-4ECD-8690-93CDB8643582}"/>
              </a:ext>
            </a:extLst>
          </p:cNvPr>
          <p:cNvSpPr>
            <a:spLocks xmlns:a="http://schemas.openxmlformats.org/drawingml/2006/main" noGrp="1"/>
          </p:cNvSpPr>
          <p:nvPr/>
        </p:nvSpPr>
        <p:spPr>
          <a:xfrm xmlns:a="http://schemas.openxmlformats.org/drawingml/2006/main">
            <a:off x="6191250" y="24003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2D5FF4"/>
                </a:solidFill>
                <a:latin typeface="Calibri"/>
                <a:ea typeface="Calibri"/>
                <a:cs typeface="Calibri"/>
              </a:defRPr>
            </a:defPPr>
          </a:lstStyle>
          <a:p xmlns:a="http://schemas.openxmlformats.org/drawingml/2006/main">
            <a:pPr algn="l">
              <a:defRPr sz="900" b="1">
                <a:solidFill>
                  <a:srgbClr val="2D5FF4"/>
                </a:solidFill>
                <a:latin typeface="Calibri"/>
                <a:ea typeface="Calibri"/>
                <a:cs typeface="Calibri"/>
              </a:defRPr>
            </a:pPr>
            <a:r>
              <a:rPr sz="900" b="1">
                <a:solidFill>
                  <a:srgbClr val="2D5FF4"/>
                </a:solidFill>
                <a:latin typeface="Calibri"/>
                <a:ea typeface="Calibri"/>
                <a:cs typeface="Calibri"/>
              </a:rPr>
              <a:t>CORE PIPELINE</a:t>
            </a:r>
          </a:p>
        </p:txBody>
      </p:sp>
      <p:sp>
        <p:nvSpPr>
          <p:cNvPr id="10" name="">
            <a:extLst xmlns:a="http://schemas.openxmlformats.org/drawingml/2006/main">
              <a:ext uri="{FF2B5EF4-FFF2-40B4-BE49-F238E27FC236}">
                <a16:creationId xmlns:a16="http://schemas.microsoft.com/office/drawing/2014/main" id="{B289ED1A-B0E2-4CE4-94AF-4EBCF4044F7B}"/>
              </a:ext>
            </a:extLst>
          </p:cNvPr>
          <p:cNvSpPr>
            <a:spLocks xmlns:a="http://schemas.openxmlformats.org/drawingml/2006/main" noGrp="1"/>
          </p:cNvSpPr>
          <p:nvPr/>
        </p:nvSpPr>
        <p:spPr>
          <a:xfrm xmlns:a="http://schemas.openxmlformats.org/drawingml/2006/main">
            <a:off x="6191250" y="2800350"/>
            <a:ext cx="3619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2D5FF4"/>
                </a:solidFill>
                <a:latin typeface="Calibri"/>
                <a:ea typeface="Calibri"/>
                <a:cs typeface="Calibri"/>
              </a:defRPr>
            </a:defPPr>
          </a:lstStyle>
          <a:p xmlns:a="http://schemas.openxmlformats.org/drawingml/2006/main">
            <a:pPr algn="l">
              <a:defRPr sz="1275" b="1">
                <a:solidFill>
                  <a:srgbClr val="2D5FF4"/>
                </a:solidFill>
                <a:latin typeface="Calibri"/>
                <a:ea typeface="Calibri"/>
                <a:cs typeface="Calibri"/>
              </a:defRPr>
            </a:pPr>
            <a:r>
              <a:rPr sz="1275" b="1">
                <a:solidFill>
                  <a:srgbClr val="2D5FF4"/>
                </a:solidFill>
                <a:latin typeface="Calibri"/>
                <a:ea typeface="Calibri"/>
                <a:cs typeface="Calibri"/>
              </a:rPr>
              <a:t>01</a:t>
            </a:r>
          </a:p>
        </p:txBody>
      </p:sp>
      <p:sp>
        <p:nvSpPr>
          <p:cNvPr id="11" name="">
            <a:extLst xmlns:a="http://schemas.openxmlformats.org/drawingml/2006/main">
              <a:ext uri="{FF2B5EF4-FFF2-40B4-BE49-F238E27FC236}">
                <a16:creationId xmlns:a16="http://schemas.microsoft.com/office/drawing/2014/main" id="{345AC84C-4D1A-421F-BAB9-0797D458BF29}"/>
              </a:ext>
            </a:extLst>
          </p:cNvPr>
          <p:cNvSpPr>
            <a:spLocks xmlns:a="http://schemas.openxmlformats.org/drawingml/2006/main" noGrp="1"/>
          </p:cNvSpPr>
          <p:nvPr/>
        </p:nvSpPr>
        <p:spPr>
          <a:xfrm xmlns:a="http://schemas.openxmlformats.org/drawingml/2006/main">
            <a:off x="6648450" y="27813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72131"/>
                </a:solidFill>
                <a:latin typeface="Calibri"/>
                <a:ea typeface="Calibri"/>
                <a:cs typeface="Calibri"/>
              </a:defRPr>
            </a:defPPr>
          </a:lstStyle>
          <a:p xmlns:a="http://schemas.openxmlformats.org/drawingml/2006/main">
            <a:pPr algn="l">
              <a:defRPr sz="1575" b="1">
                <a:solidFill>
                  <a:srgbClr val="172131"/>
                </a:solidFill>
                <a:latin typeface="Calibri"/>
                <a:ea typeface="Calibri"/>
                <a:cs typeface="Calibri"/>
              </a:defRPr>
            </a:pPr>
            <a:r>
              <a:rPr sz="1575" b="1">
                <a:solidFill>
                  <a:srgbClr val="172131"/>
                </a:solidFill>
                <a:latin typeface="Calibri"/>
                <a:ea typeface="Calibri"/>
                <a:cs typeface="Calibri"/>
              </a:rPr>
              <a:t>Scope + upload</a:t>
            </a:r>
          </a:p>
        </p:txBody>
      </p:sp>
      <p:sp>
        <p:nvSpPr>
          <p:cNvPr id="12" name="">
            <a:extLst xmlns:a="http://schemas.openxmlformats.org/drawingml/2006/main">
              <a:ext uri="{FF2B5EF4-FFF2-40B4-BE49-F238E27FC236}">
                <a16:creationId xmlns:a16="http://schemas.microsoft.com/office/drawing/2014/main" id="{7C83C227-C80C-4D1B-BFB9-F753275E9151}"/>
              </a:ext>
            </a:extLst>
          </p:cNvPr>
          <p:cNvSpPr>
            <a:spLocks xmlns:a="http://schemas.openxmlformats.org/drawingml/2006/main" noGrp="1"/>
          </p:cNvSpPr>
          <p:nvPr/>
        </p:nvSpPr>
        <p:spPr>
          <a:xfrm xmlns:a="http://schemas.openxmlformats.org/drawingml/2006/main">
            <a:off x="6648450" y="3095625"/>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B6B82"/>
                </a:solidFill>
                <a:latin typeface="Calibri"/>
                <a:ea typeface="Calibri"/>
                <a:cs typeface="Calibri"/>
              </a:defRPr>
            </a:defPPr>
          </a:lstStyle>
          <a:p xmlns:a="http://schemas.openxmlformats.org/drawingml/2006/main">
            <a:pPr algn="l">
              <a:defRPr sz="1200" b="0">
                <a:solidFill>
                  <a:srgbClr val="5B6B82"/>
                </a:solidFill>
                <a:latin typeface="Calibri"/>
                <a:ea typeface="Calibri"/>
                <a:cs typeface="Calibri"/>
              </a:defRPr>
            </a:pPr>
            <a:r>
              <a:rPr sz="1200" b="0">
                <a:solidFill>
                  <a:srgbClr val="5B6B82"/>
                </a:solidFill>
                <a:latin typeface="Calibri"/>
                <a:ea typeface="Calibri"/>
                <a:cs typeface="Calibri"/>
              </a:rPr>
              <a:t>Vehicle context and source files</a:t>
            </a:r>
          </a:p>
        </p:txBody>
      </p:sp>
      <p:sp>
        <p:nvSpPr>
          <p:cNvPr id="13" name="">
            <a:extLst xmlns:a="http://schemas.openxmlformats.org/drawingml/2006/main">
              <a:ext uri="{FF2B5EF4-FFF2-40B4-BE49-F238E27FC236}">
                <a16:creationId xmlns:a16="http://schemas.microsoft.com/office/drawing/2014/main" id="{AB3CD805-AD3C-4BB7-BB78-E79E50BCDC8A}"/>
              </a:ext>
            </a:extLst>
          </p:cNvPr>
          <p:cNvSpPr>
            <a:spLocks xmlns:a="http://schemas.openxmlformats.org/drawingml/2006/main" noGrp="1"/>
          </p:cNvSpPr>
          <p:nvPr/>
        </p:nvSpPr>
        <p:spPr>
          <a:xfrm xmlns:a="http://schemas.openxmlformats.org/drawingml/2006/main">
            <a:off x="6648450" y="3390900"/>
            <a:ext cx="4762500" cy="9525"/>
          </a:xfrm>
          <a:prstGeom xmlns:a="http://schemas.openxmlformats.org/drawingml/2006/main" prst="rect">
            <a:avLst/>
          </a:prstGeom>
          <a:solidFill xmlns:a="http://schemas.openxmlformats.org/drawingml/2006/main">
            <a:srgbClr val="D6DFEC"/>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B25EFDD-B134-4FD2-AF4C-A86A8EE58A8D}"/>
              </a:ext>
            </a:extLst>
          </p:cNvPr>
          <p:cNvSpPr>
            <a:spLocks xmlns:a="http://schemas.openxmlformats.org/drawingml/2006/main" noGrp="1"/>
          </p:cNvSpPr>
          <p:nvPr/>
        </p:nvSpPr>
        <p:spPr>
          <a:xfrm xmlns:a="http://schemas.openxmlformats.org/drawingml/2006/main">
            <a:off x="6191250" y="3552825"/>
            <a:ext cx="3619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2D5FF4"/>
                </a:solidFill>
                <a:latin typeface="Calibri"/>
                <a:ea typeface="Calibri"/>
                <a:cs typeface="Calibri"/>
              </a:defRPr>
            </a:defPPr>
          </a:lstStyle>
          <a:p xmlns:a="http://schemas.openxmlformats.org/drawingml/2006/main">
            <a:pPr algn="l">
              <a:defRPr sz="1275" b="1">
                <a:solidFill>
                  <a:srgbClr val="2D5FF4"/>
                </a:solidFill>
                <a:latin typeface="Calibri"/>
                <a:ea typeface="Calibri"/>
                <a:cs typeface="Calibri"/>
              </a:defRPr>
            </a:pPr>
            <a:r>
              <a:rPr sz="1275" b="1">
                <a:solidFill>
                  <a:srgbClr val="2D5FF4"/>
                </a:solidFill>
                <a:latin typeface="Calibri"/>
                <a:ea typeface="Calibri"/>
                <a:cs typeface="Calibri"/>
              </a:rPr>
              <a:t>02</a:t>
            </a:r>
          </a:p>
        </p:txBody>
      </p:sp>
      <p:sp>
        <p:nvSpPr>
          <p:cNvPr id="15" name="">
            <a:extLst xmlns:a="http://schemas.openxmlformats.org/drawingml/2006/main">
              <a:ext uri="{FF2B5EF4-FFF2-40B4-BE49-F238E27FC236}">
                <a16:creationId xmlns:a16="http://schemas.microsoft.com/office/drawing/2014/main" id="{B6BF35B0-DEE7-4CA3-A719-AF5728212D15}"/>
              </a:ext>
            </a:extLst>
          </p:cNvPr>
          <p:cNvSpPr>
            <a:spLocks xmlns:a="http://schemas.openxmlformats.org/drawingml/2006/main" noGrp="1"/>
          </p:cNvSpPr>
          <p:nvPr/>
        </p:nvSpPr>
        <p:spPr>
          <a:xfrm xmlns:a="http://schemas.openxmlformats.org/drawingml/2006/main">
            <a:off x="6648450" y="3533775"/>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72131"/>
                </a:solidFill>
                <a:latin typeface="Calibri"/>
                <a:ea typeface="Calibri"/>
                <a:cs typeface="Calibri"/>
              </a:defRPr>
            </a:defPPr>
          </a:lstStyle>
          <a:p xmlns:a="http://schemas.openxmlformats.org/drawingml/2006/main">
            <a:pPr algn="l">
              <a:defRPr sz="1575" b="1">
                <a:solidFill>
                  <a:srgbClr val="172131"/>
                </a:solidFill>
                <a:latin typeface="Calibri"/>
                <a:ea typeface="Calibri"/>
                <a:cs typeface="Calibri"/>
              </a:defRPr>
            </a:pPr>
            <a:r>
              <a:rPr sz="1575" b="1">
                <a:solidFill>
                  <a:srgbClr val="172131"/>
                </a:solidFill>
                <a:latin typeface="Calibri"/>
                <a:ea typeface="Calibri"/>
                <a:cs typeface="Calibri"/>
              </a:rPr>
              <a:t>Analyze evidence</a:t>
            </a:r>
          </a:p>
        </p:txBody>
      </p:sp>
      <p:sp>
        <p:nvSpPr>
          <p:cNvPr id="16" name="">
            <a:extLst xmlns:a="http://schemas.openxmlformats.org/drawingml/2006/main">
              <a:ext uri="{FF2B5EF4-FFF2-40B4-BE49-F238E27FC236}">
                <a16:creationId xmlns:a16="http://schemas.microsoft.com/office/drawing/2014/main" id="{0CFA6B9E-5134-4451-BBA0-00E3C3E64BEF}"/>
              </a:ext>
            </a:extLst>
          </p:cNvPr>
          <p:cNvSpPr>
            <a:spLocks xmlns:a="http://schemas.openxmlformats.org/drawingml/2006/main" noGrp="1"/>
          </p:cNvSpPr>
          <p:nvPr/>
        </p:nvSpPr>
        <p:spPr>
          <a:xfrm xmlns:a="http://schemas.openxmlformats.org/drawingml/2006/main">
            <a:off x="6648450" y="384810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B6B82"/>
                </a:solidFill>
                <a:latin typeface="Calibri"/>
                <a:ea typeface="Calibri"/>
                <a:cs typeface="Calibri"/>
              </a:defRPr>
            </a:defPPr>
          </a:lstStyle>
          <a:p xmlns:a="http://schemas.openxmlformats.org/drawingml/2006/main">
            <a:pPr algn="l">
              <a:defRPr sz="1200" b="0">
                <a:solidFill>
                  <a:srgbClr val="5B6B82"/>
                </a:solidFill>
                <a:latin typeface="Calibri"/>
                <a:ea typeface="Calibri"/>
                <a:cs typeface="Calibri"/>
              </a:defRPr>
            </a:pPr>
            <a:r>
              <a:rPr sz="1200" b="0">
                <a:solidFill>
                  <a:srgbClr val="5B6B82"/>
                </a:solidFill>
                <a:latin typeface="Calibri"/>
                <a:ea typeface="Calibri"/>
                <a:cs typeface="Calibri"/>
              </a:rPr>
              <a:t>Normalize records; link findings to sources</a:t>
            </a:r>
          </a:p>
        </p:txBody>
      </p:sp>
      <p:sp>
        <p:nvSpPr>
          <p:cNvPr id="17" name="">
            <a:extLst xmlns:a="http://schemas.openxmlformats.org/drawingml/2006/main">
              <a:ext uri="{FF2B5EF4-FFF2-40B4-BE49-F238E27FC236}">
                <a16:creationId xmlns:a16="http://schemas.microsoft.com/office/drawing/2014/main" id="{36655E1A-2496-4384-91C8-B35F04DC5033}"/>
              </a:ext>
            </a:extLst>
          </p:cNvPr>
          <p:cNvSpPr>
            <a:spLocks xmlns:a="http://schemas.openxmlformats.org/drawingml/2006/main" noGrp="1"/>
          </p:cNvSpPr>
          <p:nvPr/>
        </p:nvSpPr>
        <p:spPr>
          <a:xfrm xmlns:a="http://schemas.openxmlformats.org/drawingml/2006/main">
            <a:off x="6648450" y="4143375"/>
            <a:ext cx="4762500" cy="9525"/>
          </a:xfrm>
          <a:prstGeom xmlns:a="http://schemas.openxmlformats.org/drawingml/2006/main" prst="rect">
            <a:avLst/>
          </a:prstGeom>
          <a:solidFill xmlns:a="http://schemas.openxmlformats.org/drawingml/2006/main">
            <a:srgbClr val="D6DFEC"/>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929F78F1-5310-4676-8274-E1363F2B5693}"/>
              </a:ext>
            </a:extLst>
          </p:cNvPr>
          <p:cNvSpPr>
            <a:spLocks xmlns:a="http://schemas.openxmlformats.org/drawingml/2006/main" noGrp="1"/>
          </p:cNvSpPr>
          <p:nvPr/>
        </p:nvSpPr>
        <p:spPr>
          <a:xfrm xmlns:a="http://schemas.openxmlformats.org/drawingml/2006/main">
            <a:off x="6191250" y="4305300"/>
            <a:ext cx="3619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2D5FF4"/>
                </a:solidFill>
                <a:latin typeface="Calibri"/>
                <a:ea typeface="Calibri"/>
                <a:cs typeface="Calibri"/>
              </a:defRPr>
            </a:defPPr>
          </a:lstStyle>
          <a:p xmlns:a="http://schemas.openxmlformats.org/drawingml/2006/main">
            <a:pPr algn="l">
              <a:defRPr sz="1275" b="1">
                <a:solidFill>
                  <a:srgbClr val="2D5FF4"/>
                </a:solidFill>
                <a:latin typeface="Calibri"/>
                <a:ea typeface="Calibri"/>
                <a:cs typeface="Calibri"/>
              </a:defRPr>
            </a:pPr>
            <a:r>
              <a:rPr sz="1275" b="1">
                <a:solidFill>
                  <a:srgbClr val="2D5FF4"/>
                </a:solidFill>
                <a:latin typeface="Calibri"/>
                <a:ea typeface="Calibri"/>
                <a:cs typeface="Calibri"/>
              </a:rPr>
              <a:t>03</a:t>
            </a:r>
          </a:p>
        </p:txBody>
      </p:sp>
      <p:sp>
        <p:nvSpPr>
          <p:cNvPr id="19" name="">
            <a:extLst xmlns:a="http://schemas.openxmlformats.org/drawingml/2006/main">
              <a:ext uri="{FF2B5EF4-FFF2-40B4-BE49-F238E27FC236}">
                <a16:creationId xmlns:a16="http://schemas.microsoft.com/office/drawing/2014/main" id="{DDF833DC-AAAA-4DF5-B856-45E29607176E}"/>
              </a:ext>
            </a:extLst>
          </p:cNvPr>
          <p:cNvSpPr>
            <a:spLocks xmlns:a="http://schemas.openxmlformats.org/drawingml/2006/main" noGrp="1"/>
          </p:cNvSpPr>
          <p:nvPr/>
        </p:nvSpPr>
        <p:spPr>
          <a:xfrm xmlns:a="http://schemas.openxmlformats.org/drawingml/2006/main">
            <a:off x="6648450" y="428625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72131"/>
                </a:solidFill>
                <a:latin typeface="Calibri"/>
                <a:ea typeface="Calibri"/>
                <a:cs typeface="Calibri"/>
              </a:defRPr>
            </a:defPPr>
          </a:lstStyle>
          <a:p xmlns:a="http://schemas.openxmlformats.org/drawingml/2006/main">
            <a:pPr algn="l">
              <a:defRPr sz="1575" b="1">
                <a:solidFill>
                  <a:srgbClr val="172131"/>
                </a:solidFill>
                <a:latin typeface="Calibri"/>
                <a:ea typeface="Calibri"/>
                <a:cs typeface="Calibri"/>
              </a:defRPr>
            </a:pPr>
            <a:r>
              <a:rPr sz="1575" b="1">
                <a:solidFill>
                  <a:srgbClr val="172131"/>
                </a:solidFill>
                <a:latin typeface="Calibri"/>
                <a:ea typeface="Calibri"/>
                <a:cs typeface="Calibri"/>
              </a:rPr>
              <a:t>Build proposals</a:t>
            </a:r>
          </a:p>
        </p:txBody>
      </p:sp>
      <p:sp>
        <p:nvSpPr>
          <p:cNvPr id="20" name="">
            <a:extLst xmlns:a="http://schemas.openxmlformats.org/drawingml/2006/main">
              <a:ext uri="{FF2B5EF4-FFF2-40B4-BE49-F238E27FC236}">
                <a16:creationId xmlns:a16="http://schemas.microsoft.com/office/drawing/2014/main" id="{06EC519B-8DD6-4EF3-9D97-E7EB66A19421}"/>
              </a:ext>
            </a:extLst>
          </p:cNvPr>
          <p:cNvSpPr>
            <a:spLocks xmlns:a="http://schemas.openxmlformats.org/drawingml/2006/main" noGrp="1"/>
          </p:cNvSpPr>
          <p:nvPr/>
        </p:nvSpPr>
        <p:spPr>
          <a:xfrm xmlns:a="http://schemas.openxmlformats.org/drawingml/2006/main">
            <a:off x="6648450" y="4600575"/>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B6B82"/>
                </a:solidFill>
                <a:latin typeface="Calibri"/>
                <a:ea typeface="Calibri"/>
                <a:cs typeface="Calibri"/>
              </a:defRPr>
            </a:defPPr>
          </a:lstStyle>
          <a:p xmlns:a="http://schemas.openxmlformats.org/drawingml/2006/main">
            <a:pPr algn="l">
              <a:defRPr sz="1200" b="0">
                <a:solidFill>
                  <a:srgbClr val="5B6B82"/>
                </a:solidFill>
                <a:latin typeface="Calibri"/>
                <a:ea typeface="Calibri"/>
                <a:cs typeface="Calibri"/>
              </a:defRPr>
            </a:pPr>
            <a:r>
              <a:rPr sz="1200" b="0">
                <a:solidFill>
                  <a:srgbClr val="5B6B82"/>
                </a:solidFill>
                <a:latin typeface="Calibri"/>
                <a:ea typeface="Calibri"/>
                <a:cs typeface="Calibri"/>
              </a:rPr>
              <a:t>Check baseline; derive and prioritize changes</a:t>
            </a:r>
          </a:p>
        </p:txBody>
      </p:sp>
      <p:sp>
        <p:nvSpPr>
          <p:cNvPr id="21" name="">
            <a:extLst xmlns:a="http://schemas.openxmlformats.org/drawingml/2006/main">
              <a:ext uri="{FF2B5EF4-FFF2-40B4-BE49-F238E27FC236}">
                <a16:creationId xmlns:a16="http://schemas.microsoft.com/office/drawing/2014/main" id="{175BA3B9-20E1-4993-BC7D-7B46146066B8}"/>
              </a:ext>
            </a:extLst>
          </p:cNvPr>
          <p:cNvSpPr>
            <a:spLocks xmlns:a="http://schemas.openxmlformats.org/drawingml/2006/main" noGrp="1"/>
          </p:cNvSpPr>
          <p:nvPr/>
        </p:nvSpPr>
        <p:spPr>
          <a:xfrm xmlns:a="http://schemas.openxmlformats.org/drawingml/2006/main">
            <a:off x="6648450" y="4895850"/>
            <a:ext cx="4762500" cy="9525"/>
          </a:xfrm>
          <a:prstGeom xmlns:a="http://schemas.openxmlformats.org/drawingml/2006/main" prst="rect">
            <a:avLst/>
          </a:prstGeom>
          <a:solidFill xmlns:a="http://schemas.openxmlformats.org/drawingml/2006/main">
            <a:srgbClr val="D6DFEC"/>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1275BD77-09C8-4D07-B31B-83F1A340E25B}"/>
              </a:ext>
            </a:extLst>
          </p:cNvPr>
          <p:cNvSpPr>
            <a:spLocks xmlns:a="http://schemas.openxmlformats.org/drawingml/2006/main" noGrp="1"/>
          </p:cNvSpPr>
          <p:nvPr/>
        </p:nvSpPr>
        <p:spPr>
          <a:xfrm xmlns:a="http://schemas.openxmlformats.org/drawingml/2006/main">
            <a:off x="6191250" y="5057775"/>
            <a:ext cx="3619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2D5FF4"/>
                </a:solidFill>
                <a:latin typeface="Calibri"/>
                <a:ea typeface="Calibri"/>
                <a:cs typeface="Calibri"/>
              </a:defRPr>
            </a:defPPr>
          </a:lstStyle>
          <a:p xmlns:a="http://schemas.openxmlformats.org/drawingml/2006/main">
            <a:pPr algn="l">
              <a:defRPr sz="1275" b="1">
                <a:solidFill>
                  <a:srgbClr val="2D5FF4"/>
                </a:solidFill>
                <a:latin typeface="Calibri"/>
                <a:ea typeface="Calibri"/>
                <a:cs typeface="Calibri"/>
              </a:defRPr>
            </a:pPr>
            <a:r>
              <a:rPr sz="1275" b="1">
                <a:solidFill>
                  <a:srgbClr val="2D5FF4"/>
                </a:solidFill>
                <a:latin typeface="Calibri"/>
                <a:ea typeface="Calibri"/>
                <a:cs typeface="Calibri"/>
              </a:rPr>
              <a:t>04</a:t>
            </a:r>
          </a:p>
        </p:txBody>
      </p:sp>
      <p:sp>
        <p:nvSpPr>
          <p:cNvPr id="23" name="">
            <a:extLst xmlns:a="http://schemas.openxmlformats.org/drawingml/2006/main">
              <a:ext uri="{FF2B5EF4-FFF2-40B4-BE49-F238E27FC236}">
                <a16:creationId xmlns:a16="http://schemas.microsoft.com/office/drawing/2014/main" id="{5A37BFA6-C6C3-48C2-BF35-AF19602C90E0}"/>
              </a:ext>
            </a:extLst>
          </p:cNvPr>
          <p:cNvSpPr>
            <a:spLocks xmlns:a="http://schemas.openxmlformats.org/drawingml/2006/main" noGrp="1"/>
          </p:cNvSpPr>
          <p:nvPr/>
        </p:nvSpPr>
        <p:spPr>
          <a:xfrm xmlns:a="http://schemas.openxmlformats.org/drawingml/2006/main">
            <a:off x="6648450" y="5038725"/>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72131"/>
                </a:solidFill>
                <a:latin typeface="Calibri"/>
                <a:ea typeface="Calibri"/>
                <a:cs typeface="Calibri"/>
              </a:defRPr>
            </a:defPPr>
          </a:lstStyle>
          <a:p xmlns:a="http://schemas.openxmlformats.org/drawingml/2006/main">
            <a:pPr algn="l">
              <a:defRPr sz="1575" b="1">
                <a:solidFill>
                  <a:srgbClr val="172131"/>
                </a:solidFill>
                <a:latin typeface="Calibri"/>
                <a:ea typeface="Calibri"/>
                <a:cs typeface="Calibri"/>
              </a:defRPr>
            </a:pPr>
            <a:r>
              <a:rPr sz="1575" b="1">
                <a:solidFill>
                  <a:srgbClr val="172131"/>
                </a:solidFill>
                <a:latin typeface="Calibri"/>
                <a:ea typeface="Calibri"/>
                <a:cs typeface="Calibri"/>
              </a:rPr>
              <a:t>PM decision</a:t>
            </a:r>
          </a:p>
        </p:txBody>
      </p:sp>
      <p:sp>
        <p:nvSpPr>
          <p:cNvPr id="24" name="">
            <a:extLst xmlns:a="http://schemas.openxmlformats.org/drawingml/2006/main">
              <a:ext uri="{FF2B5EF4-FFF2-40B4-BE49-F238E27FC236}">
                <a16:creationId xmlns:a16="http://schemas.microsoft.com/office/drawing/2014/main" id="{94AD8501-DDE9-4633-A0EB-089921DCFE0E}"/>
              </a:ext>
            </a:extLst>
          </p:cNvPr>
          <p:cNvSpPr>
            <a:spLocks xmlns:a="http://schemas.openxmlformats.org/drawingml/2006/main" noGrp="1"/>
          </p:cNvSpPr>
          <p:nvPr/>
        </p:nvSpPr>
        <p:spPr>
          <a:xfrm xmlns:a="http://schemas.openxmlformats.org/drawingml/2006/main">
            <a:off x="6648450" y="535305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B6B82"/>
                </a:solidFill>
                <a:latin typeface="Calibri"/>
                <a:ea typeface="Calibri"/>
                <a:cs typeface="Calibri"/>
              </a:defRPr>
            </a:defPPr>
          </a:lstStyle>
          <a:p xmlns:a="http://schemas.openxmlformats.org/drawingml/2006/main">
            <a:pPr algn="l">
              <a:defRPr sz="1200" b="0">
                <a:solidFill>
                  <a:srgbClr val="5B6B82"/>
                </a:solidFill>
                <a:latin typeface="Calibri"/>
                <a:ea typeface="Calibri"/>
                <a:cs typeface="Calibri"/>
              </a:defRPr>
            </a:pPr>
            <a:r>
              <a:rPr sz="1200" b="0">
                <a:solidFill>
                  <a:srgbClr val="5B6B82"/>
                </a:solidFill>
                <a:latin typeface="Calibri"/>
                <a:ea typeface="Calibri"/>
                <a:cs typeface="Calibri"/>
              </a:rPr>
              <a:t>Edit, decide, preserve versions and export</a:t>
            </a:r>
          </a:p>
        </p:txBody>
      </p:sp>
      <p:sp>
        <p:nvSpPr>
          <p:cNvPr id="25" name="">
            <a:extLst xmlns:a="http://schemas.openxmlformats.org/drawingml/2006/main">
              <a:ext uri="{FF2B5EF4-FFF2-40B4-BE49-F238E27FC236}">
                <a16:creationId xmlns:a16="http://schemas.microsoft.com/office/drawing/2014/main" id="{32BB2193-93C4-4587-BE4D-6A0ADA4AE19C}"/>
              </a:ext>
            </a:extLst>
          </p:cNvPr>
          <p:cNvSpPr>
            <a:spLocks xmlns:a="http://schemas.openxmlformats.org/drawingml/2006/main" noGrp="1"/>
          </p:cNvSpPr>
          <p:nvPr/>
        </p:nvSpPr>
        <p:spPr>
          <a:xfrm xmlns:a="http://schemas.openxmlformats.org/drawingml/2006/main">
            <a:off x="6648450" y="5953125"/>
            <a:ext cx="457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5B6B82"/>
                </a:solidFill>
                <a:latin typeface="Calibri"/>
                <a:ea typeface="Calibri"/>
                <a:cs typeface="Calibri"/>
              </a:defRPr>
            </a:defPPr>
          </a:lstStyle>
          <a:p xmlns:a="http://schemas.openxmlformats.org/drawingml/2006/main">
            <a:pPr algn="l">
              <a:defRPr sz="1125" b="0">
                <a:solidFill>
                  <a:srgbClr val="5B6B82"/>
                </a:solidFill>
                <a:latin typeface="Calibri"/>
                <a:ea typeface="Calibri"/>
                <a:cs typeface="Calibri"/>
              </a:defRPr>
            </a:pPr>
            <a:r>
              <a:rPr sz="1125" b="0">
                <a:solidFill>
                  <a:srgbClr val="5B6B82"/>
                </a:solidFill>
                <a:latin typeface="Calibri"/>
                <a:ea typeface="Calibri"/>
                <a:cs typeface="Calibri"/>
              </a:rPr>
              <a:t>Deep Dive and Reimagine are optional steps.</a:t>
            </a:r>
          </a:p>
        </p:txBody>
      </p:sp>
    </p:spTree>
    <p:extLst>
      <p:ext uri="{BB962C8B-B14F-4D97-AF65-F5344CB8AC3E}">
        <p14:creationId xmlns:p14="http://schemas.microsoft.com/office/powerpoint/2010/main" val="1111890768"/>
      </p:ext>
    </p:extLst>
  </p:cSld>
</p:sld>
</file>

<file path=ppt/slides/slide4.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1BF5F973-D453-48B6-A237-1E4840D26B75}"/>
              </a:ext>
            </a:extLst>
          </p:cNvPr>
          <p:cNvSpPr>
            <a:spLocks xmlns:a="http://schemas.openxmlformats.org/drawingml/2006/main" noGrp="1"/>
          </p:cNvSpPr>
          <p:nvPr/>
        </p:nvSpPr>
        <p:spPr>
          <a:xfrm xmlns:a="http://schemas.openxmlformats.org/drawingml/2006/main">
            <a:off x="514350" y="2286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72131"/>
                </a:solidFill>
                <a:latin typeface="Calibri"/>
                <a:ea typeface="Calibri"/>
                <a:cs typeface="Calibri"/>
              </a:defRPr>
            </a:defPPr>
          </a:lstStyle>
          <a:p xmlns:a="http://schemas.openxmlformats.org/drawingml/2006/main">
            <a:pPr algn="l">
              <a:defRPr sz="1500" b="1">
                <a:solidFill>
                  <a:srgbClr val="172131"/>
                </a:solidFill>
                <a:latin typeface="Calibri"/>
                <a:ea typeface="Calibri"/>
                <a:cs typeface="Calibri"/>
              </a:defRPr>
            </a:pPr>
            <a:r>
              <a:rPr sz="1500" b="1">
                <a:solidFill>
                  <a:srgbClr val="172131"/>
                </a:solidFill>
                <a:latin typeface="Calibri"/>
                <a:ea typeface="Calibri"/>
                <a:cs typeface="Calibri"/>
              </a:rPr>
              <a:t>FWD</a:t>
            </a:r>
          </a:p>
        </p:txBody>
      </p:sp>
      <p:sp>
        <p:nvSpPr>
          <p:cNvPr id="2" name="">
            <a:extLst xmlns:a="http://schemas.openxmlformats.org/drawingml/2006/main">
              <a:ext uri="{FF2B5EF4-FFF2-40B4-BE49-F238E27FC236}">
                <a16:creationId xmlns:a16="http://schemas.microsoft.com/office/drawing/2014/main" id="{E4A43751-CA4E-4FDA-A3F8-86E0918A4861}"/>
              </a:ext>
            </a:extLst>
          </p:cNvPr>
          <p:cNvSpPr>
            <a:spLocks xmlns:a="http://schemas.openxmlformats.org/drawingml/2006/main" noGrp="1"/>
          </p:cNvSpPr>
          <p:nvPr/>
        </p:nvSpPr>
        <p:spPr>
          <a:xfrm xmlns:a="http://schemas.openxmlformats.org/drawingml/2006/main">
            <a:off x="1066800" y="20955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D5FF4"/>
                </a:solidFill>
                <a:latin typeface="Calibri"/>
                <a:ea typeface="Calibri"/>
                <a:cs typeface="Calibri"/>
              </a:defRPr>
            </a:defPPr>
          </a:lstStyle>
          <a:p xmlns:a="http://schemas.openxmlformats.org/drawingml/2006/main">
            <a:pPr algn="l">
              <a:defRPr sz="1650" b="1">
                <a:solidFill>
                  <a:srgbClr val="2D5FF4"/>
                </a:solidFill>
                <a:latin typeface="Calibri"/>
                <a:ea typeface="Calibri"/>
                <a:cs typeface="Calibri"/>
              </a:defRPr>
            </a:pPr>
            <a:r>
              <a:rPr sz="1650" b="1">
                <a:solidFill>
                  <a:srgbClr val="2D5FF4"/>
                </a:solidFill>
                <a:latin typeface="Calibri"/>
                <a:ea typeface="Calibri"/>
                <a:cs typeface="Calibri"/>
              </a:rPr>
              <a:t>//</a:t>
            </a:r>
          </a:p>
        </p:txBody>
      </p:sp>
      <p:sp>
        <p:nvSpPr>
          <p:cNvPr id="3" name="">
            <a:extLst xmlns:a="http://schemas.openxmlformats.org/drawingml/2006/main">
              <a:ext uri="{FF2B5EF4-FFF2-40B4-BE49-F238E27FC236}">
                <a16:creationId xmlns:a16="http://schemas.microsoft.com/office/drawing/2014/main" id="{721FEA34-6A67-4FE9-9E94-01CE80840DB3}"/>
              </a:ext>
            </a:extLst>
          </p:cNvPr>
          <p:cNvSpPr>
            <a:spLocks xmlns:a="http://schemas.openxmlformats.org/drawingml/2006/main" noGrp="1"/>
          </p:cNvSpPr>
          <p:nvPr/>
        </p:nvSpPr>
        <p:spPr>
          <a:xfrm xmlns:a="http://schemas.openxmlformats.org/drawingml/2006/main">
            <a:off x="1552575" y="266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B6B82"/>
                </a:solidFill>
                <a:latin typeface="Calibri"/>
                <a:ea typeface="Calibri"/>
                <a:cs typeface="Calibri"/>
              </a:defRPr>
            </a:defPPr>
          </a:lstStyle>
          <a:p xmlns:a="http://schemas.openxmlformats.org/drawingml/2006/main">
            <a:pPr algn="l">
              <a:defRPr sz="900" b="0">
                <a:solidFill>
                  <a:srgbClr val="5B6B82"/>
                </a:solidFill>
                <a:latin typeface="Calibri"/>
                <a:ea typeface="Calibri"/>
                <a:cs typeface="Calibri"/>
              </a:defRPr>
            </a:pPr>
            <a:r>
              <a:rPr sz="900" b="0">
                <a:solidFill>
                  <a:srgbClr val="5B6B82"/>
                </a:solidFill>
                <a:latin typeface="Calibri"/>
                <a:ea typeface="Calibri"/>
                <a:cs typeface="Calibri"/>
              </a:rPr>
              <a:t>VEHICLE REQUIREMENTS</a:t>
            </a:r>
          </a:p>
        </p:txBody>
      </p:sp>
      <p:sp>
        <p:nvSpPr>
          <p:cNvPr id="4" name="">
            <a:extLst xmlns:a="http://schemas.openxmlformats.org/drawingml/2006/main">
              <a:ext uri="{FF2B5EF4-FFF2-40B4-BE49-F238E27FC236}">
                <a16:creationId xmlns:a16="http://schemas.microsoft.com/office/drawing/2014/main" id="{0200F47E-272D-42E2-9DE0-3AFC426E0B60}"/>
              </a:ext>
            </a:extLst>
          </p:cNvPr>
          <p:cNvSpPr>
            <a:spLocks xmlns:a="http://schemas.openxmlformats.org/drawingml/2006/main" noGrp="1"/>
          </p:cNvSpPr>
          <p:nvPr/>
        </p:nvSpPr>
        <p:spPr>
          <a:xfrm xmlns:a="http://schemas.openxmlformats.org/drawingml/2006/main">
            <a:off x="533400" y="7429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D5FF4"/>
                </a:solidFill>
                <a:latin typeface="Calibri"/>
                <a:ea typeface="Calibri"/>
                <a:cs typeface="Calibri"/>
              </a:defRPr>
            </a:defPPr>
          </a:lstStyle>
          <a:p xmlns:a="http://schemas.openxmlformats.org/drawingml/2006/main">
            <a:pPr algn="l">
              <a:defRPr sz="975" b="1">
                <a:solidFill>
                  <a:srgbClr val="2D5FF4"/>
                </a:solidFill>
                <a:latin typeface="Calibri"/>
                <a:ea typeface="Calibri"/>
                <a:cs typeface="Calibri"/>
              </a:defRPr>
            </a:pPr>
            <a:r>
              <a:rPr sz="975" b="1">
                <a:solidFill>
                  <a:srgbClr val="2D5FF4"/>
                </a:solidFill>
                <a:latin typeface="Calibri"/>
                <a:ea typeface="Calibri"/>
                <a:cs typeface="Calibri"/>
              </a:rPr>
              <a:t>HOW FWD WORKS</a:t>
            </a:r>
          </a:p>
        </p:txBody>
      </p:sp>
      <p:sp>
        <p:nvSpPr>
          <p:cNvPr id="5" name="">
            <a:extLst xmlns:a="http://schemas.openxmlformats.org/drawingml/2006/main">
              <a:ext uri="{FF2B5EF4-FFF2-40B4-BE49-F238E27FC236}">
                <a16:creationId xmlns:a16="http://schemas.microsoft.com/office/drawing/2014/main" id="{815227EC-4B67-4E56-96AC-F365E7FB5932}"/>
              </a:ext>
            </a:extLst>
          </p:cNvPr>
          <p:cNvSpPr>
            <a:spLocks xmlns:a="http://schemas.openxmlformats.org/drawingml/2006/main" noGrp="1"/>
          </p:cNvSpPr>
          <p:nvPr/>
        </p:nvSpPr>
        <p:spPr>
          <a:xfrm xmlns:a="http://schemas.openxmlformats.org/drawingml/2006/main">
            <a:off x="533400" y="1057275"/>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31"/>
                </a:solidFill>
                <a:latin typeface="Calibri"/>
                <a:ea typeface="Calibri"/>
                <a:cs typeface="Calibri"/>
              </a:defRPr>
            </a:defPPr>
          </a:lstStyle>
          <a:p xmlns:a="http://schemas.openxmlformats.org/drawingml/2006/main">
            <a:pPr algn="l">
              <a:defRPr sz="2925" b="1">
                <a:solidFill>
                  <a:srgbClr val="172131"/>
                </a:solidFill>
                <a:latin typeface="Calibri"/>
                <a:ea typeface="Calibri"/>
                <a:cs typeface="Calibri"/>
              </a:defRPr>
            </a:pPr>
            <a:r>
              <a:rPr sz="2925" b="1">
                <a:solidFill>
                  <a:srgbClr val="172131"/>
                </a:solidFill>
                <a:latin typeface="Calibri"/>
                <a:ea typeface="Calibri"/>
                <a:cs typeface="Calibri"/>
              </a:rPr>
              <a:t>Evidence-to-decision workflow</a:t>
            </a:r>
          </a:p>
        </p:txBody>
      </p:sp>
      <p:sp>
        <p:nvSpPr>
          <p:cNvPr id="6" name="">
            <a:extLst xmlns:a="http://schemas.openxmlformats.org/drawingml/2006/main">
              <a:ext uri="{FF2B5EF4-FFF2-40B4-BE49-F238E27FC236}">
                <a16:creationId xmlns:a16="http://schemas.microsoft.com/office/drawing/2014/main" id="{481916E4-61AF-40B7-A3A0-A90DCDE2B406}"/>
              </a:ext>
            </a:extLst>
          </p:cNvPr>
          <p:cNvSpPr>
            <a:spLocks xmlns:a="http://schemas.openxmlformats.org/drawingml/2006/main" noGrp="1"/>
          </p:cNvSpPr>
          <p:nvPr/>
        </p:nvSpPr>
        <p:spPr>
          <a:xfrm xmlns:a="http://schemas.openxmlformats.org/drawingml/2006/main">
            <a:off x="10572750" y="6505575"/>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B6B82"/>
                </a:solidFill>
                <a:latin typeface="Calibri"/>
                <a:ea typeface="Calibri"/>
                <a:cs typeface="Calibri"/>
              </a:defRPr>
            </a:defPPr>
          </a:lstStyle>
          <a:p xmlns:a="http://schemas.openxmlformats.org/drawingml/2006/main">
            <a:pPr algn="r">
              <a:defRPr sz="900" b="0">
                <a:solidFill>
                  <a:srgbClr val="5B6B82"/>
                </a:solidFill>
                <a:latin typeface="Calibri"/>
                <a:ea typeface="Calibri"/>
                <a:cs typeface="Calibri"/>
              </a:defRPr>
            </a:pPr>
            <a:r>
              <a:rPr sz="900" b="0">
                <a:solidFill>
                  <a:srgbClr val="5B6B82"/>
                </a:solidFill>
                <a:latin typeface="Calibri"/>
                <a:ea typeface="Calibri"/>
                <a:cs typeface="Calibri"/>
              </a:rPr>
              <a:t>04 / 11</a:t>
            </a:r>
          </a:p>
        </p:txBody>
      </p:sp>
      <p:sp>
        <p:nvSpPr>
          <p:cNvPr id="7" name="">
            <a:extLst xmlns:a="http://schemas.openxmlformats.org/drawingml/2006/main">
              <a:ext uri="{FF2B5EF4-FFF2-40B4-BE49-F238E27FC236}">
                <a16:creationId xmlns:a16="http://schemas.microsoft.com/office/drawing/2014/main" id="{15846999-99A9-43B5-9FEB-C8684BB0433E}"/>
              </a:ext>
            </a:extLst>
          </p:cNvPr>
          <p:cNvSpPr>
            <a:spLocks xmlns:a="http://schemas.openxmlformats.org/drawingml/2006/main" noGrp="1"/>
          </p:cNvSpPr>
          <p:nvPr/>
        </p:nvSpPr>
        <p:spPr>
          <a:xfrm xmlns:a="http://schemas.openxmlformats.org/drawingml/2006/main">
            <a:off x="552450" y="1809750"/>
            <a:ext cx="1047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5B6B82"/>
                </a:solidFill>
                <a:latin typeface="Calibri"/>
                <a:ea typeface="Calibri"/>
                <a:cs typeface="Calibri"/>
              </a:defRPr>
            </a:defPPr>
          </a:lstStyle>
          <a:p xmlns:a="http://schemas.openxmlformats.org/drawingml/2006/main">
            <a:pPr algn="l">
              <a:defRPr sz="1650" b="0">
                <a:solidFill>
                  <a:srgbClr val="5B6B82"/>
                </a:solidFill>
                <a:latin typeface="Calibri"/>
                <a:ea typeface="Calibri"/>
                <a:cs typeface="Calibri"/>
              </a:defRPr>
            </a:pPr>
            <a:r>
              <a:rPr sz="1650" b="0">
                <a:solidFill>
                  <a:srgbClr val="5B6B82"/>
                </a:solidFill>
                <a:latin typeface="Calibri"/>
                <a:ea typeface="Calibri"/>
                <a:cs typeface="Calibri"/>
              </a:rPr>
              <a:t>Analysis runs autonomously; the PM owns changes and decisions.</a:t>
            </a:r>
          </a:p>
        </p:txBody>
      </p:sp>
      <p:sp>
        <p:nvSpPr>
          <p:cNvPr id="8" name="">
            <a:extLst xmlns:a="http://schemas.openxmlformats.org/drawingml/2006/main">
              <a:ext uri="{FF2B5EF4-FFF2-40B4-BE49-F238E27FC236}">
                <a16:creationId xmlns:a16="http://schemas.microsoft.com/office/drawing/2014/main" id="{D2FDF555-B0AC-4B8B-89E4-AC06BF5CE4A0}"/>
              </a:ext>
            </a:extLst>
          </p:cNvPr>
          <p:cNvSpPr>
            <a:spLocks xmlns:a="http://schemas.openxmlformats.org/drawingml/2006/main" noGrp="1"/>
          </p:cNvSpPr>
          <p:nvPr/>
        </p:nvSpPr>
        <p:spPr>
          <a:xfrm xmlns:a="http://schemas.openxmlformats.org/drawingml/2006/main">
            <a:off x="419100" y="264795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2D5FF4"/>
                </a:solidFill>
                <a:latin typeface="Calibri"/>
                <a:ea typeface="Calibri"/>
                <a:cs typeface="Calibri"/>
              </a:defRPr>
            </a:defPPr>
          </a:lstStyle>
          <a:p xmlns:a="http://schemas.openxmlformats.org/drawingml/2006/main">
            <a:pPr algn="l">
              <a:defRPr sz="2550" b="1">
                <a:solidFill>
                  <a:srgbClr val="2D5FF4"/>
                </a:solidFill>
                <a:latin typeface="Calibri"/>
                <a:ea typeface="Calibri"/>
                <a:cs typeface="Calibri"/>
              </a:defRPr>
            </a:pPr>
            <a:r>
              <a:rPr sz="2550" b="1">
                <a:solidFill>
                  <a:srgbClr val="2D5FF4"/>
                </a:solidFill>
                <a:latin typeface="Calibri"/>
                <a:ea typeface="Calibri"/>
                <a:cs typeface="Calibri"/>
              </a:rPr>
              <a:t>01</a:t>
            </a:r>
          </a:p>
        </p:txBody>
      </p:sp>
      <p:sp>
        <p:nvSpPr>
          <p:cNvPr id="9" name="">
            <a:extLst xmlns:a="http://schemas.openxmlformats.org/drawingml/2006/main">
              <a:ext uri="{FF2B5EF4-FFF2-40B4-BE49-F238E27FC236}">
                <a16:creationId xmlns:a16="http://schemas.microsoft.com/office/drawing/2014/main" id="{2B3FE7FD-B017-4236-B867-CCD002E5E3EB}"/>
              </a:ext>
            </a:extLst>
          </p:cNvPr>
          <p:cNvSpPr>
            <a:spLocks xmlns:a="http://schemas.openxmlformats.org/drawingml/2006/main" noGrp="1"/>
          </p:cNvSpPr>
          <p:nvPr/>
        </p:nvSpPr>
        <p:spPr>
          <a:xfrm xmlns:a="http://schemas.openxmlformats.org/drawingml/2006/main">
            <a:off x="419100" y="3276600"/>
            <a:ext cx="200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72131"/>
                </a:solidFill>
                <a:latin typeface="Calibri"/>
                <a:ea typeface="Calibri"/>
                <a:cs typeface="Calibri"/>
              </a:defRPr>
            </a:defPPr>
          </a:lstStyle>
          <a:p xmlns:a="http://schemas.openxmlformats.org/drawingml/2006/main">
            <a:pPr algn="l">
              <a:defRPr sz="1575" b="1">
                <a:solidFill>
                  <a:srgbClr val="172131"/>
                </a:solidFill>
                <a:latin typeface="Calibri"/>
                <a:ea typeface="Calibri"/>
                <a:cs typeface="Calibri"/>
              </a:defRPr>
            </a:pPr>
            <a:r>
              <a:rPr sz="1575" b="1">
                <a:solidFill>
                  <a:srgbClr val="172131"/>
                </a:solidFill>
                <a:latin typeface="Calibri"/>
                <a:ea typeface="Calibri"/>
                <a:cs typeface="Calibri"/>
              </a:rPr>
              <a:t>Scope + ingest</a:t>
            </a:r>
          </a:p>
        </p:txBody>
      </p:sp>
      <p:sp>
        <p:nvSpPr>
          <p:cNvPr id="10" name="">
            <a:extLst xmlns:a="http://schemas.openxmlformats.org/drawingml/2006/main">
              <a:ext uri="{FF2B5EF4-FFF2-40B4-BE49-F238E27FC236}">
                <a16:creationId xmlns:a16="http://schemas.microsoft.com/office/drawing/2014/main" id="{5E794D31-9C9A-4814-A533-EDF6A8821A6A}"/>
              </a:ext>
            </a:extLst>
          </p:cNvPr>
          <p:cNvSpPr>
            <a:spLocks xmlns:a="http://schemas.openxmlformats.org/drawingml/2006/main" noGrp="1"/>
          </p:cNvSpPr>
          <p:nvPr/>
        </p:nvSpPr>
        <p:spPr>
          <a:xfrm xmlns:a="http://schemas.openxmlformats.org/drawingml/2006/main">
            <a:off x="419100" y="3810000"/>
            <a:ext cx="2000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B6B82"/>
                </a:solidFill>
                <a:latin typeface="Calibri"/>
                <a:ea typeface="Calibri"/>
                <a:cs typeface="Calibri"/>
              </a:defRPr>
            </a:defPPr>
          </a:lstStyle>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Vehicle, market</a:t>
            </a:r>
          </a:p>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and source files</a:t>
            </a:r>
          </a:p>
        </p:txBody>
      </p:sp>
      <p:sp>
        <p:nvSpPr>
          <p:cNvPr id="11" name="">
            <a:extLst xmlns:a="http://schemas.openxmlformats.org/drawingml/2006/main">
              <a:ext uri="{FF2B5EF4-FFF2-40B4-BE49-F238E27FC236}">
                <a16:creationId xmlns:a16="http://schemas.microsoft.com/office/drawing/2014/main" id="{B9E2FD46-7EA3-40D2-8B29-06E1BD1D94CA}"/>
              </a:ext>
            </a:extLst>
          </p:cNvPr>
          <p:cNvSpPr>
            <a:spLocks xmlns:a="http://schemas.openxmlformats.org/drawingml/2006/main" noGrp="1"/>
          </p:cNvSpPr>
          <p:nvPr/>
        </p:nvSpPr>
        <p:spPr>
          <a:xfrm xmlns:a="http://schemas.openxmlformats.org/drawingml/2006/main">
            <a:off x="419100" y="3124200"/>
            <a:ext cx="2000250" cy="19050"/>
          </a:xfrm>
          <a:prstGeom xmlns:a="http://schemas.openxmlformats.org/drawingml/2006/main" prst="rect">
            <a:avLst/>
          </a:prstGeom>
          <a:solidFill xmlns:a="http://schemas.openxmlformats.org/drawingml/2006/main">
            <a:srgbClr val="D6DFE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AB8EA48-CC1A-4D0E-BE5D-A1BEF09BA7E1}"/>
              </a:ext>
            </a:extLst>
          </p:cNvPr>
          <p:cNvSpPr>
            <a:spLocks xmlns:a="http://schemas.openxmlformats.org/drawingml/2006/main" noGrp="1"/>
          </p:cNvSpPr>
          <p:nvPr/>
        </p:nvSpPr>
        <p:spPr>
          <a:xfrm xmlns:a="http://schemas.openxmlformats.org/drawingml/2006/main">
            <a:off x="2743200" y="264795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2D5FF4"/>
                </a:solidFill>
                <a:latin typeface="Calibri"/>
                <a:ea typeface="Calibri"/>
                <a:cs typeface="Calibri"/>
              </a:defRPr>
            </a:defPPr>
          </a:lstStyle>
          <a:p xmlns:a="http://schemas.openxmlformats.org/drawingml/2006/main">
            <a:pPr algn="l">
              <a:defRPr sz="2550" b="1">
                <a:solidFill>
                  <a:srgbClr val="2D5FF4"/>
                </a:solidFill>
                <a:latin typeface="Calibri"/>
                <a:ea typeface="Calibri"/>
                <a:cs typeface="Calibri"/>
              </a:defRPr>
            </a:pPr>
            <a:r>
              <a:rPr sz="2550" b="1">
                <a:solidFill>
                  <a:srgbClr val="2D5FF4"/>
                </a:solidFill>
                <a:latin typeface="Calibri"/>
                <a:ea typeface="Calibri"/>
                <a:cs typeface="Calibri"/>
              </a:rPr>
              <a:t>02</a:t>
            </a:r>
          </a:p>
        </p:txBody>
      </p:sp>
      <p:sp>
        <p:nvSpPr>
          <p:cNvPr id="13" name="">
            <a:extLst xmlns:a="http://schemas.openxmlformats.org/drawingml/2006/main">
              <a:ext uri="{FF2B5EF4-FFF2-40B4-BE49-F238E27FC236}">
                <a16:creationId xmlns:a16="http://schemas.microsoft.com/office/drawing/2014/main" id="{E97DA47E-2D44-4C06-895E-256EAA24A22E}"/>
              </a:ext>
            </a:extLst>
          </p:cNvPr>
          <p:cNvSpPr>
            <a:spLocks xmlns:a="http://schemas.openxmlformats.org/drawingml/2006/main" noGrp="1"/>
          </p:cNvSpPr>
          <p:nvPr/>
        </p:nvSpPr>
        <p:spPr>
          <a:xfrm xmlns:a="http://schemas.openxmlformats.org/drawingml/2006/main">
            <a:off x="2743200" y="3276600"/>
            <a:ext cx="200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72131"/>
                </a:solidFill>
                <a:latin typeface="Calibri"/>
                <a:ea typeface="Calibri"/>
                <a:cs typeface="Calibri"/>
              </a:defRPr>
            </a:defPPr>
          </a:lstStyle>
          <a:p xmlns:a="http://schemas.openxmlformats.org/drawingml/2006/main">
            <a:pPr algn="l">
              <a:defRPr sz="1575" b="1">
                <a:solidFill>
                  <a:srgbClr val="172131"/>
                </a:solidFill>
                <a:latin typeface="Calibri"/>
                <a:ea typeface="Calibri"/>
                <a:cs typeface="Calibri"/>
              </a:defRPr>
            </a:pPr>
            <a:r>
              <a:rPr sz="1575" b="1">
                <a:solidFill>
                  <a:srgbClr val="172131"/>
                </a:solidFill>
                <a:latin typeface="Calibri"/>
                <a:ea typeface="Calibri"/>
                <a:cs typeface="Calibri"/>
              </a:rPr>
              <a:t>Normalize</a:t>
            </a:r>
          </a:p>
        </p:txBody>
      </p:sp>
      <p:sp>
        <p:nvSpPr>
          <p:cNvPr id="14" name="">
            <a:extLst xmlns:a="http://schemas.openxmlformats.org/drawingml/2006/main">
              <a:ext uri="{FF2B5EF4-FFF2-40B4-BE49-F238E27FC236}">
                <a16:creationId xmlns:a16="http://schemas.microsoft.com/office/drawing/2014/main" id="{AEC2B66B-8EC5-42C1-9E9C-B54BE93EC8F9}"/>
              </a:ext>
            </a:extLst>
          </p:cNvPr>
          <p:cNvSpPr>
            <a:spLocks xmlns:a="http://schemas.openxmlformats.org/drawingml/2006/main" noGrp="1"/>
          </p:cNvSpPr>
          <p:nvPr/>
        </p:nvSpPr>
        <p:spPr>
          <a:xfrm xmlns:a="http://schemas.openxmlformats.org/drawingml/2006/main">
            <a:off x="2743200" y="3810000"/>
            <a:ext cx="2000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B6B82"/>
                </a:solidFill>
                <a:latin typeface="Calibri"/>
                <a:ea typeface="Calibri"/>
                <a:cs typeface="Calibri"/>
              </a:defRPr>
            </a:defPPr>
          </a:lstStyle>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Deduplicate; keep</a:t>
            </a:r>
          </a:p>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source locations</a:t>
            </a:r>
          </a:p>
        </p:txBody>
      </p:sp>
      <p:sp>
        <p:nvSpPr>
          <p:cNvPr id="15" name="">
            <a:extLst xmlns:a="http://schemas.openxmlformats.org/drawingml/2006/main">
              <a:ext uri="{FF2B5EF4-FFF2-40B4-BE49-F238E27FC236}">
                <a16:creationId xmlns:a16="http://schemas.microsoft.com/office/drawing/2014/main" id="{9C4D8B67-FDF1-460A-9687-5110E874F9F4}"/>
              </a:ext>
            </a:extLst>
          </p:cNvPr>
          <p:cNvSpPr>
            <a:spLocks xmlns:a="http://schemas.openxmlformats.org/drawingml/2006/main" noGrp="1"/>
          </p:cNvSpPr>
          <p:nvPr/>
        </p:nvSpPr>
        <p:spPr>
          <a:xfrm xmlns:a="http://schemas.openxmlformats.org/drawingml/2006/main">
            <a:off x="2743200" y="3124200"/>
            <a:ext cx="2000250" cy="19050"/>
          </a:xfrm>
          <a:prstGeom xmlns:a="http://schemas.openxmlformats.org/drawingml/2006/main" prst="rect">
            <a:avLst/>
          </a:prstGeom>
          <a:solidFill xmlns:a="http://schemas.openxmlformats.org/drawingml/2006/main">
            <a:srgbClr val="D6DFEC"/>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5788C057-2709-4D60-8198-3038A5C6A34D}"/>
              </a:ext>
            </a:extLst>
          </p:cNvPr>
          <p:cNvSpPr>
            <a:spLocks xmlns:a="http://schemas.openxmlformats.org/drawingml/2006/main" noGrp="1"/>
          </p:cNvSpPr>
          <p:nvPr/>
        </p:nvSpPr>
        <p:spPr>
          <a:xfrm xmlns:a="http://schemas.openxmlformats.org/drawingml/2006/main">
            <a:off x="5067300" y="264795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2D5FF4"/>
                </a:solidFill>
                <a:latin typeface="Calibri"/>
                <a:ea typeface="Calibri"/>
                <a:cs typeface="Calibri"/>
              </a:defRPr>
            </a:defPPr>
          </a:lstStyle>
          <a:p xmlns:a="http://schemas.openxmlformats.org/drawingml/2006/main">
            <a:pPr algn="l">
              <a:defRPr sz="2550" b="1">
                <a:solidFill>
                  <a:srgbClr val="2D5FF4"/>
                </a:solidFill>
                <a:latin typeface="Calibri"/>
                <a:ea typeface="Calibri"/>
                <a:cs typeface="Calibri"/>
              </a:defRPr>
            </a:pPr>
            <a:r>
              <a:rPr sz="2550" b="1">
                <a:solidFill>
                  <a:srgbClr val="2D5FF4"/>
                </a:solidFill>
                <a:latin typeface="Calibri"/>
                <a:ea typeface="Calibri"/>
                <a:cs typeface="Calibri"/>
              </a:rPr>
              <a:t>03</a:t>
            </a:r>
          </a:p>
        </p:txBody>
      </p:sp>
      <p:sp>
        <p:nvSpPr>
          <p:cNvPr id="17" name="">
            <a:extLst xmlns:a="http://schemas.openxmlformats.org/drawingml/2006/main">
              <a:ext uri="{FF2B5EF4-FFF2-40B4-BE49-F238E27FC236}">
                <a16:creationId xmlns:a16="http://schemas.microsoft.com/office/drawing/2014/main" id="{A73CC1DD-7836-4BB4-AF0D-D8509E7049BD}"/>
              </a:ext>
            </a:extLst>
          </p:cNvPr>
          <p:cNvSpPr>
            <a:spLocks xmlns:a="http://schemas.openxmlformats.org/drawingml/2006/main" noGrp="1"/>
          </p:cNvSpPr>
          <p:nvPr/>
        </p:nvSpPr>
        <p:spPr>
          <a:xfrm xmlns:a="http://schemas.openxmlformats.org/drawingml/2006/main">
            <a:off x="5067300" y="3276600"/>
            <a:ext cx="200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72131"/>
                </a:solidFill>
                <a:latin typeface="Calibri"/>
                <a:ea typeface="Calibri"/>
                <a:cs typeface="Calibri"/>
              </a:defRPr>
            </a:defPPr>
          </a:lstStyle>
          <a:p xmlns:a="http://schemas.openxmlformats.org/drawingml/2006/main">
            <a:pPr algn="l">
              <a:defRPr sz="1575" b="1">
                <a:solidFill>
                  <a:srgbClr val="172131"/>
                </a:solidFill>
                <a:latin typeface="Calibri"/>
                <a:ea typeface="Calibri"/>
                <a:cs typeface="Calibri"/>
              </a:defRPr>
            </a:pPr>
            <a:r>
              <a:rPr sz="1575" b="1">
                <a:solidFill>
                  <a:srgbClr val="172131"/>
                </a:solidFill>
                <a:latin typeface="Calibri"/>
                <a:ea typeface="Calibri"/>
                <a:cs typeface="Calibri"/>
              </a:rPr>
              <a:t>Analyze</a:t>
            </a:r>
          </a:p>
        </p:txBody>
      </p:sp>
      <p:sp>
        <p:nvSpPr>
          <p:cNvPr id="18" name="">
            <a:extLst xmlns:a="http://schemas.openxmlformats.org/drawingml/2006/main">
              <a:ext uri="{FF2B5EF4-FFF2-40B4-BE49-F238E27FC236}">
                <a16:creationId xmlns:a16="http://schemas.microsoft.com/office/drawing/2014/main" id="{7EE67F05-761D-46BC-B17F-B82E8038CE74}"/>
              </a:ext>
            </a:extLst>
          </p:cNvPr>
          <p:cNvSpPr>
            <a:spLocks xmlns:a="http://schemas.openxmlformats.org/drawingml/2006/main" noGrp="1"/>
          </p:cNvSpPr>
          <p:nvPr/>
        </p:nvSpPr>
        <p:spPr>
          <a:xfrm xmlns:a="http://schemas.openxmlformats.org/drawingml/2006/main">
            <a:off x="5067300" y="3810000"/>
            <a:ext cx="2000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B6B82"/>
                </a:solidFill>
                <a:latin typeface="Calibri"/>
                <a:ea typeface="Calibri"/>
                <a:cs typeface="Calibri"/>
              </a:defRPr>
            </a:defPPr>
          </a:lstStyle>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Group findings; check</a:t>
            </a:r>
          </a:p>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baseline; research if selected</a:t>
            </a:r>
          </a:p>
        </p:txBody>
      </p:sp>
      <p:sp>
        <p:nvSpPr>
          <p:cNvPr id="19" name="">
            <a:extLst xmlns:a="http://schemas.openxmlformats.org/drawingml/2006/main">
              <a:ext uri="{FF2B5EF4-FFF2-40B4-BE49-F238E27FC236}">
                <a16:creationId xmlns:a16="http://schemas.microsoft.com/office/drawing/2014/main" id="{AF73E0BA-4E11-4A14-854F-EF6CA93B0E81}"/>
              </a:ext>
            </a:extLst>
          </p:cNvPr>
          <p:cNvSpPr>
            <a:spLocks xmlns:a="http://schemas.openxmlformats.org/drawingml/2006/main" noGrp="1"/>
          </p:cNvSpPr>
          <p:nvPr/>
        </p:nvSpPr>
        <p:spPr>
          <a:xfrm xmlns:a="http://schemas.openxmlformats.org/drawingml/2006/main">
            <a:off x="5067300" y="3124200"/>
            <a:ext cx="2000250" cy="19050"/>
          </a:xfrm>
          <a:prstGeom xmlns:a="http://schemas.openxmlformats.org/drawingml/2006/main" prst="rect">
            <a:avLst/>
          </a:prstGeom>
          <a:solidFill xmlns:a="http://schemas.openxmlformats.org/drawingml/2006/main">
            <a:srgbClr val="D6DFEC"/>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B0571595-E28C-4E41-A587-297F0B7A3030}"/>
              </a:ext>
            </a:extLst>
          </p:cNvPr>
          <p:cNvSpPr>
            <a:spLocks xmlns:a="http://schemas.openxmlformats.org/drawingml/2006/main" noGrp="1"/>
          </p:cNvSpPr>
          <p:nvPr/>
        </p:nvSpPr>
        <p:spPr>
          <a:xfrm xmlns:a="http://schemas.openxmlformats.org/drawingml/2006/main">
            <a:off x="7391400" y="264795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2D5FF4"/>
                </a:solidFill>
                <a:latin typeface="Calibri"/>
                <a:ea typeface="Calibri"/>
                <a:cs typeface="Calibri"/>
              </a:defRPr>
            </a:defPPr>
          </a:lstStyle>
          <a:p xmlns:a="http://schemas.openxmlformats.org/drawingml/2006/main">
            <a:pPr algn="l">
              <a:defRPr sz="2550" b="1">
                <a:solidFill>
                  <a:srgbClr val="2D5FF4"/>
                </a:solidFill>
                <a:latin typeface="Calibri"/>
                <a:ea typeface="Calibri"/>
                <a:cs typeface="Calibri"/>
              </a:defRPr>
            </a:pPr>
            <a:r>
              <a:rPr sz="2550" b="1">
                <a:solidFill>
                  <a:srgbClr val="2D5FF4"/>
                </a:solidFill>
                <a:latin typeface="Calibri"/>
                <a:ea typeface="Calibri"/>
                <a:cs typeface="Calibri"/>
              </a:rPr>
              <a:t>04</a:t>
            </a:r>
          </a:p>
        </p:txBody>
      </p:sp>
      <p:sp>
        <p:nvSpPr>
          <p:cNvPr id="21" name="">
            <a:extLst xmlns:a="http://schemas.openxmlformats.org/drawingml/2006/main">
              <a:ext uri="{FF2B5EF4-FFF2-40B4-BE49-F238E27FC236}">
                <a16:creationId xmlns:a16="http://schemas.microsoft.com/office/drawing/2014/main" id="{307B0BE1-5122-4F88-ADA4-D4E924FCC635}"/>
              </a:ext>
            </a:extLst>
          </p:cNvPr>
          <p:cNvSpPr>
            <a:spLocks xmlns:a="http://schemas.openxmlformats.org/drawingml/2006/main" noGrp="1"/>
          </p:cNvSpPr>
          <p:nvPr/>
        </p:nvSpPr>
        <p:spPr>
          <a:xfrm xmlns:a="http://schemas.openxmlformats.org/drawingml/2006/main">
            <a:off x="7391400" y="3276600"/>
            <a:ext cx="200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72131"/>
                </a:solidFill>
                <a:latin typeface="Calibri"/>
                <a:ea typeface="Calibri"/>
                <a:cs typeface="Calibri"/>
              </a:defRPr>
            </a:defPPr>
          </a:lstStyle>
          <a:p xmlns:a="http://schemas.openxmlformats.org/drawingml/2006/main">
            <a:pPr algn="l">
              <a:defRPr sz="1575" b="1">
                <a:solidFill>
                  <a:srgbClr val="172131"/>
                </a:solidFill>
                <a:latin typeface="Calibri"/>
                <a:ea typeface="Calibri"/>
                <a:cs typeface="Calibri"/>
              </a:defRPr>
            </a:pPr>
            <a:r>
              <a:rPr sz="1575" b="1">
                <a:solidFill>
                  <a:srgbClr val="172131"/>
                </a:solidFill>
                <a:latin typeface="Calibri"/>
                <a:ea typeface="Calibri"/>
                <a:cs typeface="Calibri"/>
              </a:rPr>
              <a:t>Propose</a:t>
            </a:r>
          </a:p>
        </p:txBody>
      </p:sp>
      <p:sp>
        <p:nvSpPr>
          <p:cNvPr id="22" name="">
            <a:extLst xmlns:a="http://schemas.openxmlformats.org/drawingml/2006/main">
              <a:ext uri="{FF2B5EF4-FFF2-40B4-BE49-F238E27FC236}">
                <a16:creationId xmlns:a16="http://schemas.microsoft.com/office/drawing/2014/main" id="{AACBD476-2CCE-4401-AF5E-71F9EBE66B5B}"/>
              </a:ext>
            </a:extLst>
          </p:cNvPr>
          <p:cNvSpPr>
            <a:spLocks xmlns:a="http://schemas.openxmlformats.org/drawingml/2006/main" noGrp="1"/>
          </p:cNvSpPr>
          <p:nvPr/>
        </p:nvSpPr>
        <p:spPr>
          <a:xfrm xmlns:a="http://schemas.openxmlformats.org/drawingml/2006/main">
            <a:off x="7391400" y="3810000"/>
            <a:ext cx="2000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B6B82"/>
                </a:solidFill>
                <a:latin typeface="Calibri"/>
                <a:ea typeface="Calibri"/>
                <a:cs typeface="Calibri"/>
              </a:defRPr>
            </a:defPPr>
          </a:lstStyle>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Alternatives, requirements</a:t>
            </a:r>
          </a:p>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and explained priority</a:t>
            </a:r>
          </a:p>
        </p:txBody>
      </p:sp>
      <p:sp>
        <p:nvSpPr>
          <p:cNvPr id="23" name="">
            <a:extLst xmlns:a="http://schemas.openxmlformats.org/drawingml/2006/main">
              <a:ext uri="{FF2B5EF4-FFF2-40B4-BE49-F238E27FC236}">
                <a16:creationId xmlns:a16="http://schemas.microsoft.com/office/drawing/2014/main" id="{BD42D620-BF3B-490B-8274-C6C836897A22}"/>
              </a:ext>
            </a:extLst>
          </p:cNvPr>
          <p:cNvSpPr>
            <a:spLocks xmlns:a="http://schemas.openxmlformats.org/drawingml/2006/main" noGrp="1"/>
          </p:cNvSpPr>
          <p:nvPr/>
        </p:nvSpPr>
        <p:spPr>
          <a:xfrm xmlns:a="http://schemas.openxmlformats.org/drawingml/2006/main">
            <a:off x="7391400" y="3124200"/>
            <a:ext cx="2000250" cy="19050"/>
          </a:xfrm>
          <a:prstGeom xmlns:a="http://schemas.openxmlformats.org/drawingml/2006/main" prst="rect">
            <a:avLst/>
          </a:prstGeom>
          <a:solidFill xmlns:a="http://schemas.openxmlformats.org/drawingml/2006/main">
            <a:srgbClr val="D6DFEC"/>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8C4AB9A5-E36E-4C41-B2F3-115B1A472A68}"/>
              </a:ext>
            </a:extLst>
          </p:cNvPr>
          <p:cNvSpPr>
            <a:spLocks xmlns:a="http://schemas.openxmlformats.org/drawingml/2006/main" noGrp="1"/>
          </p:cNvSpPr>
          <p:nvPr/>
        </p:nvSpPr>
        <p:spPr>
          <a:xfrm xmlns:a="http://schemas.openxmlformats.org/drawingml/2006/main">
            <a:off x="9715500" y="264795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2D5FF4"/>
                </a:solidFill>
                <a:latin typeface="Calibri"/>
                <a:ea typeface="Calibri"/>
                <a:cs typeface="Calibri"/>
              </a:defRPr>
            </a:defPPr>
          </a:lstStyle>
          <a:p xmlns:a="http://schemas.openxmlformats.org/drawingml/2006/main">
            <a:pPr algn="l">
              <a:defRPr sz="2550" b="1">
                <a:solidFill>
                  <a:srgbClr val="2D5FF4"/>
                </a:solidFill>
                <a:latin typeface="Calibri"/>
                <a:ea typeface="Calibri"/>
                <a:cs typeface="Calibri"/>
              </a:defRPr>
            </a:pPr>
            <a:r>
              <a:rPr sz="2550" b="1">
                <a:solidFill>
                  <a:srgbClr val="2D5FF4"/>
                </a:solidFill>
                <a:latin typeface="Calibri"/>
                <a:ea typeface="Calibri"/>
                <a:cs typeface="Calibri"/>
              </a:rPr>
              <a:t>05</a:t>
            </a:r>
          </a:p>
        </p:txBody>
      </p:sp>
      <p:sp>
        <p:nvSpPr>
          <p:cNvPr id="25" name="">
            <a:extLst xmlns:a="http://schemas.openxmlformats.org/drawingml/2006/main">
              <a:ext uri="{FF2B5EF4-FFF2-40B4-BE49-F238E27FC236}">
                <a16:creationId xmlns:a16="http://schemas.microsoft.com/office/drawing/2014/main" id="{380B777C-C32D-49A8-B5C2-AA1BA8D035C7}"/>
              </a:ext>
            </a:extLst>
          </p:cNvPr>
          <p:cNvSpPr>
            <a:spLocks xmlns:a="http://schemas.openxmlformats.org/drawingml/2006/main" noGrp="1"/>
          </p:cNvSpPr>
          <p:nvPr/>
        </p:nvSpPr>
        <p:spPr>
          <a:xfrm xmlns:a="http://schemas.openxmlformats.org/drawingml/2006/main">
            <a:off x="9715500" y="3276600"/>
            <a:ext cx="200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72131"/>
                </a:solidFill>
                <a:latin typeface="Calibri"/>
                <a:ea typeface="Calibri"/>
                <a:cs typeface="Calibri"/>
              </a:defRPr>
            </a:defPPr>
          </a:lstStyle>
          <a:p xmlns:a="http://schemas.openxmlformats.org/drawingml/2006/main">
            <a:pPr algn="l">
              <a:defRPr sz="1575" b="1">
                <a:solidFill>
                  <a:srgbClr val="172131"/>
                </a:solidFill>
                <a:latin typeface="Calibri"/>
                <a:ea typeface="Calibri"/>
                <a:cs typeface="Calibri"/>
              </a:defRPr>
            </a:pPr>
            <a:r>
              <a:rPr sz="1575" b="1">
                <a:solidFill>
                  <a:srgbClr val="172131"/>
                </a:solidFill>
                <a:latin typeface="Calibri"/>
                <a:ea typeface="Calibri"/>
                <a:cs typeface="Calibri"/>
              </a:rPr>
              <a:t>PM review</a:t>
            </a:r>
          </a:p>
        </p:txBody>
      </p:sp>
      <p:sp>
        <p:nvSpPr>
          <p:cNvPr id="26" name="">
            <a:extLst xmlns:a="http://schemas.openxmlformats.org/drawingml/2006/main">
              <a:ext uri="{FF2B5EF4-FFF2-40B4-BE49-F238E27FC236}">
                <a16:creationId xmlns:a16="http://schemas.microsoft.com/office/drawing/2014/main" id="{BF33D10D-1420-40E2-A7F5-B3932AB6A2A2}"/>
              </a:ext>
            </a:extLst>
          </p:cNvPr>
          <p:cNvSpPr>
            <a:spLocks xmlns:a="http://schemas.openxmlformats.org/drawingml/2006/main" noGrp="1"/>
          </p:cNvSpPr>
          <p:nvPr/>
        </p:nvSpPr>
        <p:spPr>
          <a:xfrm xmlns:a="http://schemas.openxmlformats.org/drawingml/2006/main">
            <a:off x="9715500" y="3810000"/>
            <a:ext cx="2000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B6B82"/>
                </a:solidFill>
                <a:latin typeface="Calibri"/>
                <a:ea typeface="Calibri"/>
                <a:cs typeface="Calibri"/>
              </a:defRPr>
            </a:defPPr>
          </a:lstStyle>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Edit, decide, version</a:t>
            </a:r>
          </a:p>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and export</a:t>
            </a:r>
          </a:p>
        </p:txBody>
      </p:sp>
      <p:sp>
        <p:nvSpPr>
          <p:cNvPr id="27" name="">
            <a:extLst xmlns:a="http://schemas.openxmlformats.org/drawingml/2006/main">
              <a:ext uri="{FF2B5EF4-FFF2-40B4-BE49-F238E27FC236}">
                <a16:creationId xmlns:a16="http://schemas.microsoft.com/office/drawing/2014/main" id="{C621DB00-5AB1-4E2E-A264-E92F1A4A9963}"/>
              </a:ext>
            </a:extLst>
          </p:cNvPr>
          <p:cNvSpPr>
            <a:spLocks xmlns:a="http://schemas.openxmlformats.org/drawingml/2006/main" noGrp="1"/>
          </p:cNvSpPr>
          <p:nvPr/>
        </p:nvSpPr>
        <p:spPr>
          <a:xfrm xmlns:a="http://schemas.openxmlformats.org/drawingml/2006/main">
            <a:off x="419100" y="5067300"/>
            <a:ext cx="11220450" cy="9525"/>
          </a:xfrm>
          <a:prstGeom xmlns:a="http://schemas.openxmlformats.org/drawingml/2006/main" prst="rect">
            <a:avLst/>
          </a:prstGeom>
          <a:solidFill xmlns:a="http://schemas.openxmlformats.org/drawingml/2006/main">
            <a:srgbClr val="D6DFEC"/>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0E3FDA9D-8342-4E60-9E9F-0A6B6AEF827F}"/>
              </a:ext>
            </a:extLst>
          </p:cNvPr>
          <p:cNvSpPr>
            <a:spLocks xmlns:a="http://schemas.openxmlformats.org/drawingml/2006/main" noGrp="1"/>
          </p:cNvSpPr>
          <p:nvPr/>
        </p:nvSpPr>
        <p:spPr>
          <a:xfrm xmlns:a="http://schemas.openxmlformats.org/drawingml/2006/main">
            <a:off x="419100" y="5353050"/>
            <a:ext cx="11144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B6B82"/>
                </a:solidFill>
                <a:latin typeface="Calibri"/>
                <a:ea typeface="Calibri"/>
                <a:cs typeface="Calibri"/>
              </a:defRPr>
            </a:defPPr>
          </a:lstStyle>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Optional after analysis: Deep Dive research. Optional after proposals: Reimagine. Edits create a new proposal version; prior versions remain inspectable.</a:t>
            </a:r>
          </a:p>
        </p:txBody>
      </p:sp>
    </p:spTree>
    <p:extLst>
      <p:ext uri="{BB962C8B-B14F-4D97-AF65-F5344CB8AC3E}">
        <p14:creationId xmlns:p14="http://schemas.microsoft.com/office/powerpoint/2010/main" val="45891553"/>
      </p:ext>
    </p:extLst>
  </p:cSld>
</p:sld>
</file>

<file path=ppt/slides/slide5.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72070AC-5B76-4B61-8353-55735B88807C}"/>
              </a:ext>
            </a:extLst>
          </p:cNvPr>
          <p:cNvSpPr>
            <a:spLocks xmlns:a="http://schemas.openxmlformats.org/drawingml/2006/main" noGrp="1"/>
          </p:cNvSpPr>
          <p:nvPr/>
        </p:nvSpPr>
        <p:spPr>
          <a:xfrm xmlns:a="http://schemas.openxmlformats.org/drawingml/2006/main">
            <a:off x="514350" y="2286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72131"/>
                </a:solidFill>
                <a:latin typeface="Calibri"/>
                <a:ea typeface="Calibri"/>
                <a:cs typeface="Calibri"/>
              </a:defRPr>
            </a:defPPr>
          </a:lstStyle>
          <a:p xmlns:a="http://schemas.openxmlformats.org/drawingml/2006/main">
            <a:pPr algn="l">
              <a:defRPr sz="1500" b="1">
                <a:solidFill>
                  <a:srgbClr val="172131"/>
                </a:solidFill>
                <a:latin typeface="Calibri"/>
                <a:ea typeface="Calibri"/>
                <a:cs typeface="Calibri"/>
              </a:defRPr>
            </a:pPr>
            <a:r>
              <a:rPr sz="1500" b="1">
                <a:solidFill>
                  <a:srgbClr val="172131"/>
                </a:solidFill>
                <a:latin typeface="Calibri"/>
                <a:ea typeface="Calibri"/>
                <a:cs typeface="Calibri"/>
              </a:rPr>
              <a:t>FWD</a:t>
            </a:r>
          </a:p>
        </p:txBody>
      </p:sp>
      <p:sp>
        <p:nvSpPr>
          <p:cNvPr id="2" name="">
            <a:extLst xmlns:a="http://schemas.openxmlformats.org/drawingml/2006/main">
              <a:ext uri="{FF2B5EF4-FFF2-40B4-BE49-F238E27FC236}">
                <a16:creationId xmlns:a16="http://schemas.microsoft.com/office/drawing/2014/main" id="{B9543CE2-B6F2-42FA-AA64-E474D5F10A34}"/>
              </a:ext>
            </a:extLst>
          </p:cNvPr>
          <p:cNvSpPr>
            <a:spLocks xmlns:a="http://schemas.openxmlformats.org/drawingml/2006/main" noGrp="1"/>
          </p:cNvSpPr>
          <p:nvPr/>
        </p:nvSpPr>
        <p:spPr>
          <a:xfrm xmlns:a="http://schemas.openxmlformats.org/drawingml/2006/main">
            <a:off x="1066800" y="20955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D5FF4"/>
                </a:solidFill>
                <a:latin typeface="Calibri"/>
                <a:ea typeface="Calibri"/>
                <a:cs typeface="Calibri"/>
              </a:defRPr>
            </a:defPPr>
          </a:lstStyle>
          <a:p xmlns:a="http://schemas.openxmlformats.org/drawingml/2006/main">
            <a:pPr algn="l">
              <a:defRPr sz="1650" b="1">
                <a:solidFill>
                  <a:srgbClr val="2D5FF4"/>
                </a:solidFill>
                <a:latin typeface="Calibri"/>
                <a:ea typeface="Calibri"/>
                <a:cs typeface="Calibri"/>
              </a:defRPr>
            </a:pPr>
            <a:r>
              <a:rPr sz="1650" b="1">
                <a:solidFill>
                  <a:srgbClr val="2D5FF4"/>
                </a:solidFill>
                <a:latin typeface="Calibri"/>
                <a:ea typeface="Calibri"/>
                <a:cs typeface="Calibri"/>
              </a:rPr>
              <a:t>//</a:t>
            </a:r>
          </a:p>
        </p:txBody>
      </p:sp>
      <p:sp>
        <p:nvSpPr>
          <p:cNvPr id="3" name="">
            <a:extLst xmlns:a="http://schemas.openxmlformats.org/drawingml/2006/main">
              <a:ext uri="{FF2B5EF4-FFF2-40B4-BE49-F238E27FC236}">
                <a16:creationId xmlns:a16="http://schemas.microsoft.com/office/drawing/2014/main" id="{54C8A604-597B-4161-982C-DD475BD1B63F}"/>
              </a:ext>
            </a:extLst>
          </p:cNvPr>
          <p:cNvSpPr>
            <a:spLocks xmlns:a="http://schemas.openxmlformats.org/drawingml/2006/main" noGrp="1"/>
          </p:cNvSpPr>
          <p:nvPr/>
        </p:nvSpPr>
        <p:spPr>
          <a:xfrm xmlns:a="http://schemas.openxmlformats.org/drawingml/2006/main">
            <a:off x="1552575" y="266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B6B82"/>
                </a:solidFill>
                <a:latin typeface="Calibri"/>
                <a:ea typeface="Calibri"/>
                <a:cs typeface="Calibri"/>
              </a:defRPr>
            </a:defPPr>
          </a:lstStyle>
          <a:p xmlns:a="http://schemas.openxmlformats.org/drawingml/2006/main">
            <a:pPr algn="l">
              <a:defRPr sz="900" b="0">
                <a:solidFill>
                  <a:srgbClr val="5B6B82"/>
                </a:solidFill>
                <a:latin typeface="Calibri"/>
                <a:ea typeface="Calibri"/>
                <a:cs typeface="Calibri"/>
              </a:defRPr>
            </a:pPr>
            <a:r>
              <a:rPr sz="900" b="0">
                <a:solidFill>
                  <a:srgbClr val="5B6B82"/>
                </a:solidFill>
                <a:latin typeface="Calibri"/>
                <a:ea typeface="Calibri"/>
                <a:cs typeface="Calibri"/>
              </a:rPr>
              <a:t>VEHICLE REQUIREMENTS</a:t>
            </a:r>
          </a:p>
        </p:txBody>
      </p:sp>
      <p:sp>
        <p:nvSpPr>
          <p:cNvPr id="4" name="">
            <a:extLst xmlns:a="http://schemas.openxmlformats.org/drawingml/2006/main">
              <a:ext uri="{FF2B5EF4-FFF2-40B4-BE49-F238E27FC236}">
                <a16:creationId xmlns:a16="http://schemas.microsoft.com/office/drawing/2014/main" id="{3F1D5CE0-079C-4FA8-BDC2-5AB8A8D71D32}"/>
              </a:ext>
            </a:extLst>
          </p:cNvPr>
          <p:cNvSpPr>
            <a:spLocks xmlns:a="http://schemas.openxmlformats.org/drawingml/2006/main" noGrp="1"/>
          </p:cNvSpPr>
          <p:nvPr/>
        </p:nvSpPr>
        <p:spPr>
          <a:xfrm xmlns:a="http://schemas.openxmlformats.org/drawingml/2006/main">
            <a:off x="533400" y="7429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D5FF4"/>
                </a:solidFill>
                <a:latin typeface="Calibri"/>
                <a:ea typeface="Calibri"/>
                <a:cs typeface="Calibri"/>
              </a:defRPr>
            </a:defPPr>
          </a:lstStyle>
          <a:p xmlns:a="http://schemas.openxmlformats.org/drawingml/2006/main">
            <a:pPr algn="l">
              <a:defRPr sz="975" b="1">
                <a:solidFill>
                  <a:srgbClr val="2D5FF4"/>
                </a:solidFill>
                <a:latin typeface="Calibri"/>
                <a:ea typeface="Calibri"/>
                <a:cs typeface="Calibri"/>
              </a:defRPr>
            </a:pPr>
            <a:r>
              <a:rPr sz="975" b="1">
                <a:solidFill>
                  <a:srgbClr val="2D5FF4"/>
                </a:solidFill>
                <a:latin typeface="Calibri"/>
                <a:ea typeface="Calibri"/>
                <a:cs typeface="Calibri"/>
              </a:rPr>
              <a:t>BMW FEEDBACK</a:t>
            </a:r>
          </a:p>
        </p:txBody>
      </p:sp>
      <p:sp>
        <p:nvSpPr>
          <p:cNvPr id="5" name="">
            <a:extLst xmlns:a="http://schemas.openxmlformats.org/drawingml/2006/main">
              <a:ext uri="{FF2B5EF4-FFF2-40B4-BE49-F238E27FC236}">
                <a16:creationId xmlns:a16="http://schemas.microsoft.com/office/drawing/2014/main" id="{D21A1CF4-4FED-41C3-B3EE-D0CCFE806CAB}"/>
              </a:ext>
            </a:extLst>
          </p:cNvPr>
          <p:cNvSpPr>
            <a:spLocks xmlns:a="http://schemas.openxmlformats.org/drawingml/2006/main" noGrp="1"/>
          </p:cNvSpPr>
          <p:nvPr/>
        </p:nvSpPr>
        <p:spPr>
          <a:xfrm xmlns:a="http://schemas.openxmlformats.org/drawingml/2006/main">
            <a:off x="533400" y="1057275"/>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31"/>
                </a:solidFill>
                <a:latin typeface="Calibri"/>
                <a:ea typeface="Calibri"/>
                <a:cs typeface="Calibri"/>
              </a:defRPr>
            </a:defPPr>
          </a:lstStyle>
          <a:p xmlns:a="http://schemas.openxmlformats.org/drawingml/2006/main">
            <a:pPr algn="l">
              <a:defRPr sz="2925" b="1">
                <a:solidFill>
                  <a:srgbClr val="172131"/>
                </a:solidFill>
                <a:latin typeface="Calibri"/>
                <a:ea typeface="Calibri"/>
                <a:cs typeface="Calibri"/>
              </a:defRPr>
            </a:pPr>
            <a:r>
              <a:rPr sz="2925" b="1">
                <a:solidFill>
                  <a:srgbClr val="172131"/>
                </a:solidFill>
                <a:latin typeface="Calibri"/>
                <a:ea typeface="Calibri"/>
                <a:cs typeface="Calibri"/>
              </a:rPr>
              <a:t>G60 feedback on screen access</a:t>
            </a:r>
          </a:p>
        </p:txBody>
      </p:sp>
      <p:sp>
        <p:nvSpPr>
          <p:cNvPr id="6" name="">
            <a:extLst xmlns:a="http://schemas.openxmlformats.org/drawingml/2006/main">
              <a:ext uri="{FF2B5EF4-FFF2-40B4-BE49-F238E27FC236}">
                <a16:creationId xmlns:a16="http://schemas.microsoft.com/office/drawing/2014/main" id="{DB536F60-B977-4FA8-9C27-A20A827E0CF5}"/>
              </a:ext>
            </a:extLst>
          </p:cNvPr>
          <p:cNvSpPr>
            <a:spLocks xmlns:a="http://schemas.openxmlformats.org/drawingml/2006/main" noGrp="1"/>
          </p:cNvSpPr>
          <p:nvPr/>
        </p:nvSpPr>
        <p:spPr>
          <a:xfrm xmlns:a="http://schemas.openxmlformats.org/drawingml/2006/main">
            <a:off x="10572750" y="6505575"/>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B6B82"/>
                </a:solidFill>
                <a:latin typeface="Calibri"/>
                <a:ea typeface="Calibri"/>
                <a:cs typeface="Calibri"/>
              </a:defRPr>
            </a:defPPr>
          </a:lstStyle>
          <a:p xmlns:a="http://schemas.openxmlformats.org/drawingml/2006/main">
            <a:pPr algn="r">
              <a:defRPr sz="900" b="0">
                <a:solidFill>
                  <a:srgbClr val="5B6B82"/>
                </a:solidFill>
                <a:latin typeface="Calibri"/>
                <a:ea typeface="Calibri"/>
                <a:cs typeface="Calibri"/>
              </a:defRPr>
            </a:pPr>
            <a:r>
              <a:rPr sz="900" b="0">
                <a:solidFill>
                  <a:srgbClr val="5B6B82"/>
                </a:solidFill>
                <a:latin typeface="Calibri"/>
                <a:ea typeface="Calibri"/>
                <a:cs typeface="Calibri"/>
              </a:rPr>
              <a:t>05 / 11</a:t>
            </a:r>
          </a:p>
        </p:txBody>
      </p:sp>
      <p:sp>
        <p:nvSpPr>
          <p:cNvPr id="7" name="">
            <a:extLst xmlns:a="http://schemas.openxmlformats.org/drawingml/2006/main">
              <a:ext uri="{FF2B5EF4-FFF2-40B4-BE49-F238E27FC236}">
                <a16:creationId xmlns:a16="http://schemas.microsoft.com/office/drawing/2014/main" id="{63A2BD51-8C1A-46FB-BC8C-D226BE852B70}"/>
              </a:ext>
            </a:extLst>
          </p:cNvPr>
          <p:cNvSpPr>
            <a:spLocks xmlns:a="http://schemas.openxmlformats.org/drawingml/2006/main" noGrp="1"/>
          </p:cNvSpPr>
          <p:nvPr/>
        </p:nvSpPr>
        <p:spPr>
          <a:xfrm xmlns:a="http://schemas.openxmlformats.org/drawingml/2006/main">
            <a:off x="571500" y="2571750"/>
            <a:ext cx="47625" cy="2171700"/>
          </a:xfrm>
          <a:prstGeom xmlns:a="http://schemas.openxmlformats.org/drawingml/2006/main" prst="rect">
            <a:avLst/>
          </a:prstGeom>
          <a:solidFill xmlns:a="http://schemas.openxmlformats.org/drawingml/2006/main">
            <a:srgbClr val="2D5FF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339E655-250D-44C8-9E97-8517D5B9239C}"/>
              </a:ext>
            </a:extLst>
          </p:cNvPr>
          <p:cNvSpPr>
            <a:spLocks xmlns:a="http://schemas.openxmlformats.org/drawingml/2006/main" noGrp="1"/>
          </p:cNvSpPr>
          <p:nvPr/>
        </p:nvSpPr>
        <p:spPr>
          <a:xfrm xmlns:a="http://schemas.openxmlformats.org/drawingml/2006/main">
            <a:off x="914400" y="2647950"/>
            <a:ext cx="100965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000" b="1">
                <a:solidFill>
                  <a:srgbClr val="172131"/>
                </a:solidFill>
                <a:latin typeface="Calibri"/>
                <a:ea typeface="Calibri"/>
                <a:cs typeface="Calibri"/>
              </a:defRPr>
            </a:defPPr>
          </a:lstStyle>
          <a:p xmlns:a="http://schemas.openxmlformats.org/drawingml/2006/main">
            <a:pPr algn="l">
              <a:defRPr sz="3000" b="1">
                <a:solidFill>
                  <a:srgbClr val="172131"/>
                </a:solidFill>
                <a:latin typeface="Calibri"/>
                <a:ea typeface="Calibri"/>
                <a:cs typeface="Calibri"/>
              </a:defRPr>
            </a:pPr>
            <a:r>
              <a:rPr sz="3000" b="1">
                <a:solidFill>
                  <a:srgbClr val="172131"/>
                </a:solidFill>
                <a:latin typeface="Calibri"/>
                <a:ea typeface="Calibri"/>
                <a:cs typeface="Calibri"/>
              </a:rPr>
              <a:t>“The screen layout is not very intuitive for accessing some functions.”</a:t>
            </a:r>
          </a:p>
        </p:txBody>
      </p:sp>
      <p:sp>
        <p:nvSpPr>
          <p:cNvPr id="9" name="">
            <a:extLst xmlns:a="http://schemas.openxmlformats.org/drawingml/2006/main">
              <a:ext uri="{FF2B5EF4-FFF2-40B4-BE49-F238E27FC236}">
                <a16:creationId xmlns:a16="http://schemas.microsoft.com/office/drawing/2014/main" id="{0E8F8706-39E0-4887-9651-7B6D9E95BFBA}"/>
              </a:ext>
            </a:extLst>
          </p:cNvPr>
          <p:cNvSpPr>
            <a:spLocks xmlns:a="http://schemas.openxmlformats.org/drawingml/2006/main" noGrp="1"/>
          </p:cNvSpPr>
          <p:nvPr/>
        </p:nvSpPr>
        <p:spPr>
          <a:xfrm xmlns:a="http://schemas.openxmlformats.org/drawingml/2006/main">
            <a:off x="933450" y="4533900"/>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B6B82"/>
                </a:solidFill>
                <a:latin typeface="Calibri"/>
                <a:ea typeface="Calibri"/>
                <a:cs typeface="Calibri"/>
              </a:defRPr>
            </a:defPPr>
          </a:lstStyle>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US · G60-0248 · Feedback_Explorer, row 313</a:t>
            </a:r>
          </a:p>
        </p:txBody>
      </p:sp>
    </p:spTree>
    <p:extLst>
      <p:ext uri="{BB962C8B-B14F-4D97-AF65-F5344CB8AC3E}">
        <p14:creationId xmlns:p14="http://schemas.microsoft.com/office/powerpoint/2010/main" val="1548817464"/>
      </p:ext>
    </p:extLst>
  </p:cSld>
</p:sld>
</file>

<file path=ppt/slides/slide6.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07EDC922-FE57-496F-9F8E-E1CCF56273D7}"/>
              </a:ext>
            </a:extLst>
          </p:cNvPr>
          <p:cNvSpPr>
            <a:spLocks xmlns:a="http://schemas.openxmlformats.org/drawingml/2006/main" noGrp="1"/>
          </p:cNvSpPr>
          <p:nvPr/>
        </p:nvSpPr>
        <p:spPr>
          <a:xfrm xmlns:a="http://schemas.openxmlformats.org/drawingml/2006/main">
            <a:off x="514350" y="2286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72131"/>
                </a:solidFill>
                <a:latin typeface="Calibri"/>
                <a:ea typeface="Calibri"/>
                <a:cs typeface="Calibri"/>
              </a:defRPr>
            </a:defPPr>
          </a:lstStyle>
          <a:p xmlns:a="http://schemas.openxmlformats.org/drawingml/2006/main">
            <a:pPr algn="l">
              <a:defRPr sz="1500" b="1">
                <a:solidFill>
                  <a:srgbClr val="172131"/>
                </a:solidFill>
                <a:latin typeface="Calibri"/>
                <a:ea typeface="Calibri"/>
                <a:cs typeface="Calibri"/>
              </a:defRPr>
            </a:pPr>
            <a:r>
              <a:rPr sz="1500" b="1">
                <a:solidFill>
                  <a:srgbClr val="172131"/>
                </a:solidFill>
                <a:latin typeface="Calibri"/>
                <a:ea typeface="Calibri"/>
                <a:cs typeface="Calibri"/>
              </a:rPr>
              <a:t>FWD</a:t>
            </a:r>
          </a:p>
        </p:txBody>
      </p:sp>
      <p:sp>
        <p:nvSpPr>
          <p:cNvPr id="2" name="">
            <a:extLst xmlns:a="http://schemas.openxmlformats.org/drawingml/2006/main">
              <a:ext uri="{FF2B5EF4-FFF2-40B4-BE49-F238E27FC236}">
                <a16:creationId xmlns:a16="http://schemas.microsoft.com/office/drawing/2014/main" id="{7E609AE8-717B-489F-9CD4-2DEA68531B3A}"/>
              </a:ext>
            </a:extLst>
          </p:cNvPr>
          <p:cNvSpPr>
            <a:spLocks xmlns:a="http://schemas.openxmlformats.org/drawingml/2006/main" noGrp="1"/>
          </p:cNvSpPr>
          <p:nvPr/>
        </p:nvSpPr>
        <p:spPr>
          <a:xfrm xmlns:a="http://schemas.openxmlformats.org/drawingml/2006/main">
            <a:off x="1066800" y="20955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D5FF4"/>
                </a:solidFill>
                <a:latin typeface="Calibri"/>
                <a:ea typeface="Calibri"/>
                <a:cs typeface="Calibri"/>
              </a:defRPr>
            </a:defPPr>
          </a:lstStyle>
          <a:p xmlns:a="http://schemas.openxmlformats.org/drawingml/2006/main">
            <a:pPr algn="l">
              <a:defRPr sz="1650" b="1">
                <a:solidFill>
                  <a:srgbClr val="2D5FF4"/>
                </a:solidFill>
                <a:latin typeface="Calibri"/>
                <a:ea typeface="Calibri"/>
                <a:cs typeface="Calibri"/>
              </a:defRPr>
            </a:pPr>
            <a:r>
              <a:rPr sz="1650" b="1">
                <a:solidFill>
                  <a:srgbClr val="2D5FF4"/>
                </a:solidFill>
                <a:latin typeface="Calibri"/>
                <a:ea typeface="Calibri"/>
                <a:cs typeface="Calibri"/>
              </a:rPr>
              <a:t>//</a:t>
            </a:r>
          </a:p>
        </p:txBody>
      </p:sp>
      <p:sp>
        <p:nvSpPr>
          <p:cNvPr id="3" name="">
            <a:extLst xmlns:a="http://schemas.openxmlformats.org/drawingml/2006/main">
              <a:ext uri="{FF2B5EF4-FFF2-40B4-BE49-F238E27FC236}">
                <a16:creationId xmlns:a16="http://schemas.microsoft.com/office/drawing/2014/main" id="{DFEB2E8E-FD8C-40AE-8C6B-6D5485C221F2}"/>
              </a:ext>
            </a:extLst>
          </p:cNvPr>
          <p:cNvSpPr>
            <a:spLocks xmlns:a="http://schemas.openxmlformats.org/drawingml/2006/main" noGrp="1"/>
          </p:cNvSpPr>
          <p:nvPr/>
        </p:nvSpPr>
        <p:spPr>
          <a:xfrm xmlns:a="http://schemas.openxmlformats.org/drawingml/2006/main">
            <a:off x="1552575" y="266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B6B82"/>
                </a:solidFill>
                <a:latin typeface="Calibri"/>
                <a:ea typeface="Calibri"/>
                <a:cs typeface="Calibri"/>
              </a:defRPr>
            </a:defPPr>
          </a:lstStyle>
          <a:p xmlns:a="http://schemas.openxmlformats.org/drawingml/2006/main">
            <a:pPr algn="l">
              <a:defRPr sz="900" b="0">
                <a:solidFill>
                  <a:srgbClr val="5B6B82"/>
                </a:solidFill>
                <a:latin typeface="Calibri"/>
                <a:ea typeface="Calibri"/>
                <a:cs typeface="Calibri"/>
              </a:defRPr>
            </a:pPr>
            <a:r>
              <a:rPr sz="900" b="0">
                <a:solidFill>
                  <a:srgbClr val="5B6B82"/>
                </a:solidFill>
                <a:latin typeface="Calibri"/>
                <a:ea typeface="Calibri"/>
                <a:cs typeface="Calibri"/>
              </a:rPr>
              <a:t>VEHICLE REQUIREMENTS</a:t>
            </a:r>
          </a:p>
        </p:txBody>
      </p:sp>
      <p:sp>
        <p:nvSpPr>
          <p:cNvPr id="4" name="">
            <a:extLst xmlns:a="http://schemas.openxmlformats.org/drawingml/2006/main">
              <a:ext uri="{FF2B5EF4-FFF2-40B4-BE49-F238E27FC236}">
                <a16:creationId xmlns:a16="http://schemas.microsoft.com/office/drawing/2014/main" id="{C9BC9880-EABB-448F-AE15-99CA2B87E080}"/>
              </a:ext>
            </a:extLst>
          </p:cNvPr>
          <p:cNvSpPr>
            <a:spLocks xmlns:a="http://schemas.openxmlformats.org/drawingml/2006/main" noGrp="1"/>
          </p:cNvSpPr>
          <p:nvPr/>
        </p:nvSpPr>
        <p:spPr>
          <a:xfrm xmlns:a="http://schemas.openxmlformats.org/drawingml/2006/main">
            <a:off x="533400" y="7429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D5FF4"/>
                </a:solidFill>
                <a:latin typeface="Calibri"/>
                <a:ea typeface="Calibri"/>
                <a:cs typeface="Calibri"/>
              </a:defRPr>
            </a:defPPr>
          </a:lstStyle>
          <a:p xmlns:a="http://schemas.openxmlformats.org/drawingml/2006/main">
            <a:pPr algn="l">
              <a:defRPr sz="975" b="1">
                <a:solidFill>
                  <a:srgbClr val="2D5FF4"/>
                </a:solidFill>
                <a:latin typeface="Calibri"/>
                <a:ea typeface="Calibri"/>
                <a:cs typeface="Calibri"/>
              </a:defRPr>
            </a:pPr>
            <a:r>
              <a:rPr sz="975" b="1">
                <a:solidFill>
                  <a:srgbClr val="2D5FF4"/>
                </a:solidFill>
                <a:latin typeface="Calibri"/>
                <a:ea typeface="Calibri"/>
                <a:cs typeface="Calibri"/>
              </a:rPr>
              <a:t>ALTERNATIVES</a:t>
            </a:r>
          </a:p>
        </p:txBody>
      </p:sp>
      <p:sp>
        <p:nvSpPr>
          <p:cNvPr id="5" name="">
            <a:extLst xmlns:a="http://schemas.openxmlformats.org/drawingml/2006/main">
              <a:ext uri="{FF2B5EF4-FFF2-40B4-BE49-F238E27FC236}">
                <a16:creationId xmlns:a16="http://schemas.microsoft.com/office/drawing/2014/main" id="{D564F037-C3A9-453A-B613-89AA6F33AC7C}"/>
              </a:ext>
            </a:extLst>
          </p:cNvPr>
          <p:cNvSpPr>
            <a:spLocks xmlns:a="http://schemas.openxmlformats.org/drawingml/2006/main" noGrp="1"/>
          </p:cNvSpPr>
          <p:nvPr/>
        </p:nvSpPr>
        <p:spPr>
          <a:xfrm xmlns:a="http://schemas.openxmlformats.org/drawingml/2006/main">
            <a:off x="533400" y="1057275"/>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31"/>
                </a:solidFill>
                <a:latin typeface="Calibri"/>
                <a:ea typeface="Calibri"/>
                <a:cs typeface="Calibri"/>
              </a:defRPr>
            </a:defPPr>
          </a:lstStyle>
          <a:p xmlns:a="http://schemas.openxmlformats.org/drawingml/2006/main">
            <a:pPr algn="l">
              <a:defRPr sz="2925" b="1">
                <a:solidFill>
                  <a:srgbClr val="172131"/>
                </a:solidFill>
                <a:latin typeface="Calibri"/>
                <a:ea typeface="Calibri"/>
                <a:cs typeface="Calibri"/>
              </a:defRPr>
            </a:pPr>
            <a:r>
              <a:rPr sz="2925" b="1">
                <a:solidFill>
                  <a:srgbClr val="172131"/>
                </a:solidFill>
                <a:latin typeface="Calibri"/>
                <a:ea typeface="Calibri"/>
                <a:cs typeface="Calibri"/>
              </a:rPr>
              <a:t>One task. More than one plausible design.</a:t>
            </a:r>
          </a:p>
        </p:txBody>
      </p:sp>
      <p:sp>
        <p:nvSpPr>
          <p:cNvPr id="6" name="">
            <a:extLst xmlns:a="http://schemas.openxmlformats.org/drawingml/2006/main">
              <a:ext uri="{FF2B5EF4-FFF2-40B4-BE49-F238E27FC236}">
                <a16:creationId xmlns:a16="http://schemas.microsoft.com/office/drawing/2014/main" id="{B129AEB2-5C37-41C9-AA4B-9B7F6BD1BFE4}"/>
              </a:ext>
            </a:extLst>
          </p:cNvPr>
          <p:cNvSpPr>
            <a:spLocks xmlns:a="http://schemas.openxmlformats.org/drawingml/2006/main" noGrp="1"/>
          </p:cNvSpPr>
          <p:nvPr/>
        </p:nvSpPr>
        <p:spPr>
          <a:xfrm xmlns:a="http://schemas.openxmlformats.org/drawingml/2006/main">
            <a:off x="10572750" y="6505575"/>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B6B82"/>
                </a:solidFill>
                <a:latin typeface="Calibri"/>
                <a:ea typeface="Calibri"/>
                <a:cs typeface="Calibri"/>
              </a:defRPr>
            </a:defPPr>
          </a:lstStyle>
          <a:p xmlns:a="http://schemas.openxmlformats.org/drawingml/2006/main">
            <a:pPr algn="r">
              <a:defRPr sz="900" b="0">
                <a:solidFill>
                  <a:srgbClr val="5B6B82"/>
                </a:solidFill>
                <a:latin typeface="Calibri"/>
                <a:ea typeface="Calibri"/>
                <a:cs typeface="Calibri"/>
              </a:defRPr>
            </a:pPr>
            <a:r>
              <a:rPr sz="900" b="0">
                <a:solidFill>
                  <a:srgbClr val="5B6B82"/>
                </a:solidFill>
                <a:latin typeface="Calibri"/>
                <a:ea typeface="Calibri"/>
                <a:cs typeface="Calibri"/>
              </a:rPr>
              <a:t>06 / 11</a:t>
            </a:r>
          </a:p>
        </p:txBody>
      </p:sp>
      <p:sp>
        <p:nvSpPr>
          <p:cNvPr id="7" name="">
            <a:extLst xmlns:a="http://schemas.openxmlformats.org/drawingml/2006/main">
              <a:ext uri="{FF2B5EF4-FFF2-40B4-BE49-F238E27FC236}">
                <a16:creationId xmlns:a16="http://schemas.microsoft.com/office/drawing/2014/main" id="{3AE5A670-EB25-4A03-BDC6-19746EB8B710}"/>
              </a:ext>
            </a:extLst>
          </p:cNvPr>
          <p:cNvSpPr>
            <a:spLocks xmlns:a="http://schemas.openxmlformats.org/drawingml/2006/main" noGrp="1"/>
          </p:cNvSpPr>
          <p:nvPr/>
        </p:nvSpPr>
        <p:spPr>
          <a:xfrm xmlns:a="http://schemas.openxmlformats.org/drawingml/2006/main">
            <a:off x="552450" y="2590800"/>
            <a:ext cx="2857500" cy="1676400"/>
          </a:xfrm>
          <a:prstGeom xmlns:a="http://schemas.openxmlformats.org/drawingml/2006/main" prst="rect">
            <a:avLst/>
          </a:prstGeom>
          <a:solidFill xmlns:a="http://schemas.openxmlformats.org/drawingml/2006/main">
            <a:srgbClr val="EAF0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8A196BE-AC47-408B-A3E4-3B14C1BCB7F8}"/>
              </a:ext>
            </a:extLst>
          </p:cNvPr>
          <p:cNvSpPr>
            <a:spLocks xmlns:a="http://schemas.openxmlformats.org/drawingml/2006/main" noGrp="1"/>
          </p:cNvSpPr>
          <p:nvPr/>
        </p:nvSpPr>
        <p:spPr>
          <a:xfrm xmlns:a="http://schemas.openxmlformats.org/drawingml/2006/main">
            <a:off x="781050" y="281940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2D5FF4"/>
                </a:solidFill>
                <a:latin typeface="Calibri"/>
                <a:ea typeface="Calibri"/>
                <a:cs typeface="Calibri"/>
              </a:defRPr>
            </a:defPPr>
          </a:lstStyle>
          <a:p xmlns:a="http://schemas.openxmlformats.org/drawingml/2006/main">
            <a:pPr algn="l">
              <a:defRPr sz="900" b="1">
                <a:solidFill>
                  <a:srgbClr val="2D5FF4"/>
                </a:solidFill>
                <a:latin typeface="Calibri"/>
                <a:ea typeface="Calibri"/>
                <a:cs typeface="Calibri"/>
              </a:defRPr>
            </a:pPr>
            <a:r>
              <a:rPr sz="900" b="1">
                <a:solidFill>
                  <a:srgbClr val="2D5FF4"/>
                </a:solidFill>
                <a:latin typeface="Calibri"/>
                <a:ea typeface="Calibri"/>
                <a:cs typeface="Calibri"/>
              </a:rPr>
              <a:t>CUSTOMER TASK</a:t>
            </a:r>
          </a:p>
        </p:txBody>
      </p:sp>
      <p:sp>
        <p:nvSpPr>
          <p:cNvPr id="9" name="">
            <a:extLst xmlns:a="http://schemas.openxmlformats.org/drawingml/2006/main">
              <a:ext uri="{FF2B5EF4-FFF2-40B4-BE49-F238E27FC236}">
                <a16:creationId xmlns:a16="http://schemas.microsoft.com/office/drawing/2014/main" id="{A7559F19-5303-4EF2-BA72-1626AF1E2162}"/>
              </a:ext>
            </a:extLst>
          </p:cNvPr>
          <p:cNvSpPr>
            <a:spLocks xmlns:a="http://schemas.openxmlformats.org/drawingml/2006/main" noGrp="1"/>
          </p:cNvSpPr>
          <p:nvPr/>
        </p:nvSpPr>
        <p:spPr>
          <a:xfrm xmlns:a="http://schemas.openxmlformats.org/drawingml/2006/main">
            <a:off x="781050" y="3162300"/>
            <a:ext cx="23622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172131"/>
                </a:solidFill>
                <a:latin typeface="Calibri"/>
                <a:ea typeface="Calibri"/>
                <a:cs typeface="Calibri"/>
              </a:defRPr>
            </a:defPPr>
          </a:lstStyle>
          <a:p xmlns:a="http://schemas.openxmlformats.org/drawingml/2006/main">
            <a:pPr algn="l">
              <a:defRPr sz="1875" b="1">
                <a:solidFill>
                  <a:srgbClr val="172131"/>
                </a:solidFill>
                <a:latin typeface="Calibri"/>
                <a:ea typeface="Calibri"/>
                <a:cs typeface="Calibri"/>
              </a:defRPr>
            </a:pPr>
            <a:r>
              <a:rPr sz="1875" b="1">
                <a:solidFill>
                  <a:srgbClr val="172131"/>
                </a:solidFill>
                <a:latin typeface="Calibri"/>
                <a:ea typeface="Calibri"/>
                <a:cs typeface="Calibri"/>
              </a:rPr>
              <a:t>Reach frequent</a:t>
            </a:r>
          </a:p>
          <a:p xmlns:a="http://schemas.openxmlformats.org/drawingml/2006/main">
            <a:pPr algn="l">
              <a:defRPr sz="1875" b="1">
                <a:solidFill>
                  <a:srgbClr val="172131"/>
                </a:solidFill>
                <a:latin typeface="Calibri"/>
                <a:ea typeface="Calibri"/>
                <a:cs typeface="Calibri"/>
              </a:defRPr>
            </a:pPr>
            <a:r>
              <a:rPr sz="1875" b="1">
                <a:solidFill>
                  <a:srgbClr val="172131"/>
                </a:solidFill>
                <a:latin typeface="Calibri"/>
                <a:ea typeface="Calibri"/>
                <a:cs typeface="Calibri"/>
              </a:rPr>
              <a:t>vehicle functions</a:t>
            </a:r>
          </a:p>
          <a:p xmlns:a="http://schemas.openxmlformats.org/drawingml/2006/main">
            <a:pPr algn="l">
              <a:defRPr sz="1875" b="1">
                <a:solidFill>
                  <a:srgbClr val="172131"/>
                </a:solidFill>
                <a:latin typeface="Calibri"/>
                <a:ea typeface="Calibri"/>
                <a:cs typeface="Calibri"/>
              </a:defRPr>
            </a:pPr>
            <a:r>
              <a:rPr sz="1875" b="1">
                <a:solidFill>
                  <a:srgbClr val="172131"/>
                </a:solidFill>
                <a:latin typeface="Calibri"/>
                <a:ea typeface="Calibri"/>
                <a:cs typeface="Calibri"/>
              </a:rPr>
              <a:t>with fewer steps</a:t>
            </a:r>
          </a:p>
        </p:txBody>
      </p:sp>
      <p:sp>
        <p:nvSpPr>
          <p:cNvPr id="10" name="">
            <a:extLst xmlns:a="http://schemas.openxmlformats.org/drawingml/2006/main">
              <a:ext uri="{FF2B5EF4-FFF2-40B4-BE49-F238E27FC236}">
                <a16:creationId xmlns:a16="http://schemas.microsoft.com/office/drawing/2014/main" id="{0A2614DF-71F7-4D5E-8DCA-1418595CC89A}"/>
              </a:ext>
            </a:extLst>
          </p:cNvPr>
          <p:cNvSpPr>
            <a:spLocks xmlns:a="http://schemas.openxmlformats.org/drawingml/2006/main" noGrp="1"/>
          </p:cNvSpPr>
          <p:nvPr/>
        </p:nvSpPr>
        <p:spPr>
          <a:xfrm xmlns:a="http://schemas.openxmlformats.org/drawingml/2006/main">
            <a:off x="3409950" y="3371850"/>
            <a:ext cx="552450" cy="57150"/>
          </a:xfrm>
          <a:prstGeom xmlns:a="http://schemas.openxmlformats.org/drawingml/2006/main" prst="rect">
            <a:avLst/>
          </a:prstGeom>
          <a:solidFill xmlns:a="http://schemas.openxmlformats.org/drawingml/2006/main">
            <a:srgbClr val="2D5FF4"/>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85A7B69-C216-45A7-A801-5A43FB488D6C}"/>
              </a:ext>
            </a:extLst>
          </p:cNvPr>
          <p:cNvSpPr>
            <a:spLocks xmlns:a="http://schemas.openxmlformats.org/drawingml/2006/main" noGrp="1"/>
          </p:cNvSpPr>
          <p:nvPr/>
        </p:nvSpPr>
        <p:spPr>
          <a:xfrm xmlns:a="http://schemas.openxmlformats.org/drawingml/2006/main">
            <a:off x="3905250" y="2667000"/>
            <a:ext cx="57150" cy="1428750"/>
          </a:xfrm>
          <a:prstGeom xmlns:a="http://schemas.openxmlformats.org/drawingml/2006/main" prst="rect">
            <a:avLst/>
          </a:prstGeom>
          <a:solidFill xmlns:a="http://schemas.openxmlformats.org/drawingml/2006/main">
            <a:srgbClr val="2D5FF4"/>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52BC4DE-DC4E-454A-B51D-442C2643AA82}"/>
              </a:ext>
            </a:extLst>
          </p:cNvPr>
          <p:cNvSpPr>
            <a:spLocks xmlns:a="http://schemas.openxmlformats.org/drawingml/2006/main" noGrp="1"/>
          </p:cNvSpPr>
          <p:nvPr/>
        </p:nvSpPr>
        <p:spPr>
          <a:xfrm xmlns:a="http://schemas.openxmlformats.org/drawingml/2006/main">
            <a:off x="3905250" y="2590800"/>
            <a:ext cx="552450" cy="266700"/>
          </a:xfrm>
          <a:prstGeom xmlns:a="http://schemas.openxmlformats.org/drawingml/2006/main" prst="rightArrow">
            <a:avLst/>
          </a:prstGeom>
          <a:solidFill xmlns:a="http://schemas.openxmlformats.org/drawingml/2006/main">
            <a:srgbClr val="2D5FF4"/>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78C2173-43C3-46BC-A3D7-AA159D525F73}"/>
              </a:ext>
            </a:extLst>
          </p:cNvPr>
          <p:cNvSpPr>
            <a:spLocks xmlns:a="http://schemas.openxmlformats.org/drawingml/2006/main" noGrp="1"/>
          </p:cNvSpPr>
          <p:nvPr/>
        </p:nvSpPr>
        <p:spPr>
          <a:xfrm xmlns:a="http://schemas.openxmlformats.org/drawingml/2006/main">
            <a:off x="3905250" y="3981450"/>
            <a:ext cx="552450" cy="266700"/>
          </a:xfrm>
          <a:prstGeom xmlns:a="http://schemas.openxmlformats.org/drawingml/2006/main" prst="rightArrow">
            <a:avLst/>
          </a:prstGeom>
          <a:solidFill xmlns:a="http://schemas.openxmlformats.org/drawingml/2006/main">
            <a:srgbClr val="2D5FF4"/>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74A8391-07CB-43FD-AB03-CC6309E68309}"/>
              </a:ext>
            </a:extLst>
          </p:cNvPr>
          <p:cNvSpPr>
            <a:spLocks xmlns:a="http://schemas.openxmlformats.org/drawingml/2006/main" noGrp="1"/>
          </p:cNvSpPr>
          <p:nvPr/>
        </p:nvSpPr>
        <p:spPr>
          <a:xfrm xmlns:a="http://schemas.openxmlformats.org/drawingml/2006/main">
            <a:off x="4533900" y="2190750"/>
            <a:ext cx="6762750" cy="1485900"/>
          </a:xfrm>
          <a:prstGeom xmlns:a="http://schemas.openxmlformats.org/drawingml/2006/main" prst="rect">
            <a:avLst/>
          </a:prstGeom>
          <a:solidFill xmlns:a="http://schemas.openxmlformats.org/drawingml/2006/main">
            <a:srgbClr val="FFFFFF"/>
          </a:solidFill>
          <a:ln xmlns:a="http://schemas.openxmlformats.org/drawingml/2006/main" w="9525">
            <a:solidFill>
              <a:srgbClr val="D6DFEC"/>
            </a:solidFill>
            <a:prstDash val="solid"/>
          </a:ln>
        </p:spPr>
      </p:sp>
      <p:sp>
        <p:nvSpPr>
          <p:cNvPr id="15" name="">
            <a:extLst xmlns:a="http://schemas.openxmlformats.org/drawingml/2006/main">
              <a:ext uri="{FF2B5EF4-FFF2-40B4-BE49-F238E27FC236}">
                <a16:creationId xmlns:a16="http://schemas.microsoft.com/office/drawing/2014/main" id="{E0DA349E-65E0-466A-8EA4-50880FCCB7A1}"/>
              </a:ext>
            </a:extLst>
          </p:cNvPr>
          <p:cNvSpPr>
            <a:spLocks xmlns:a="http://schemas.openxmlformats.org/drawingml/2006/main" noGrp="1"/>
          </p:cNvSpPr>
          <p:nvPr/>
        </p:nvSpPr>
        <p:spPr>
          <a:xfrm xmlns:a="http://schemas.openxmlformats.org/drawingml/2006/main">
            <a:off x="4533900" y="4000500"/>
            <a:ext cx="6762750" cy="1485900"/>
          </a:xfrm>
          <a:prstGeom xmlns:a="http://schemas.openxmlformats.org/drawingml/2006/main" prst="rect">
            <a:avLst/>
          </a:prstGeom>
          <a:solidFill xmlns:a="http://schemas.openxmlformats.org/drawingml/2006/main">
            <a:srgbClr val="FFFFFF"/>
          </a:solidFill>
          <a:ln xmlns:a="http://schemas.openxmlformats.org/drawingml/2006/main" w="9525">
            <a:solidFill>
              <a:srgbClr val="D6DFEC"/>
            </a:solidFill>
            <a:prstDash val="solid"/>
          </a:ln>
        </p:spPr>
      </p:sp>
      <p:sp>
        <p:nvSpPr>
          <p:cNvPr id="16" name="">
            <a:extLst xmlns:a="http://schemas.openxmlformats.org/drawingml/2006/main">
              <a:ext uri="{FF2B5EF4-FFF2-40B4-BE49-F238E27FC236}">
                <a16:creationId xmlns:a16="http://schemas.microsoft.com/office/drawing/2014/main" id="{D9D9DAE5-B0E0-414E-8524-8DAAE0213790}"/>
              </a:ext>
            </a:extLst>
          </p:cNvPr>
          <p:cNvSpPr>
            <a:spLocks xmlns:a="http://schemas.openxmlformats.org/drawingml/2006/main" noGrp="1"/>
          </p:cNvSpPr>
          <p:nvPr/>
        </p:nvSpPr>
        <p:spPr>
          <a:xfrm xmlns:a="http://schemas.openxmlformats.org/drawingml/2006/main">
            <a:off x="4800600" y="2524125"/>
            <a:ext cx="5524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550" b="1">
                <a:solidFill>
                  <a:srgbClr val="2D5FF4"/>
                </a:solidFill>
                <a:latin typeface="Calibri"/>
                <a:ea typeface="Calibri"/>
                <a:cs typeface="Calibri"/>
              </a:defRPr>
            </a:defPPr>
          </a:lstStyle>
          <a:p xmlns:a="http://schemas.openxmlformats.org/drawingml/2006/main">
            <a:pPr algn="ctr">
              <a:defRPr sz="2550" b="1">
                <a:solidFill>
                  <a:srgbClr val="2D5FF4"/>
                </a:solidFill>
                <a:latin typeface="Calibri"/>
                <a:ea typeface="Calibri"/>
                <a:cs typeface="Calibri"/>
              </a:defRPr>
            </a:pPr>
            <a:r>
              <a:rPr sz="2550" b="1">
                <a:solidFill>
                  <a:srgbClr val="2D5FF4"/>
                </a:solidFill>
                <a:latin typeface="Calibri"/>
                <a:ea typeface="Calibri"/>
                <a:cs typeface="Calibri"/>
              </a:rPr>
              <a:t>A</a:t>
            </a:r>
          </a:p>
        </p:txBody>
      </p:sp>
      <p:sp>
        <p:nvSpPr>
          <p:cNvPr id="17" name="">
            <a:extLst xmlns:a="http://schemas.openxmlformats.org/drawingml/2006/main">
              <a:ext uri="{FF2B5EF4-FFF2-40B4-BE49-F238E27FC236}">
                <a16:creationId xmlns:a16="http://schemas.microsoft.com/office/drawing/2014/main" id="{B58A0776-ABB6-4DAA-9800-4A7EF17BC827}"/>
              </a:ext>
            </a:extLst>
          </p:cNvPr>
          <p:cNvSpPr>
            <a:spLocks xmlns:a="http://schemas.openxmlformats.org/drawingml/2006/main" noGrp="1"/>
          </p:cNvSpPr>
          <p:nvPr/>
        </p:nvSpPr>
        <p:spPr>
          <a:xfrm xmlns:a="http://schemas.openxmlformats.org/drawingml/2006/main">
            <a:off x="5524500" y="249555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172131"/>
                </a:solidFill>
                <a:latin typeface="Calibri"/>
                <a:ea typeface="Calibri"/>
                <a:cs typeface="Calibri"/>
              </a:defRPr>
            </a:defPPr>
          </a:lstStyle>
          <a:p xmlns:a="http://schemas.openxmlformats.org/drawingml/2006/main">
            <a:pPr algn="l">
              <a:defRPr sz="1800" b="1">
                <a:solidFill>
                  <a:srgbClr val="172131"/>
                </a:solidFill>
                <a:latin typeface="Calibri"/>
                <a:ea typeface="Calibri"/>
                <a:cs typeface="Calibri"/>
              </a:defRPr>
            </a:pPr>
            <a:r>
              <a:rPr sz="1800" b="1">
                <a:solidFill>
                  <a:srgbClr val="172131"/>
                </a:solidFill>
                <a:latin typeface="Calibri"/>
                <a:ea typeface="Calibri"/>
                <a:cs typeface="Calibri"/>
              </a:rPr>
              <a:t>Shorter digital path</a:t>
            </a:r>
          </a:p>
        </p:txBody>
      </p:sp>
      <p:sp>
        <p:nvSpPr>
          <p:cNvPr id="18" name="">
            <a:extLst xmlns:a="http://schemas.openxmlformats.org/drawingml/2006/main">
              <a:ext uri="{FF2B5EF4-FFF2-40B4-BE49-F238E27FC236}">
                <a16:creationId xmlns:a16="http://schemas.microsoft.com/office/drawing/2014/main" id="{35E7C674-2269-4CD0-ADC0-711E45E537AA}"/>
              </a:ext>
            </a:extLst>
          </p:cNvPr>
          <p:cNvSpPr>
            <a:spLocks xmlns:a="http://schemas.openxmlformats.org/drawingml/2006/main" noGrp="1"/>
          </p:cNvSpPr>
          <p:nvPr/>
        </p:nvSpPr>
        <p:spPr>
          <a:xfrm xmlns:a="http://schemas.openxmlformats.org/drawingml/2006/main">
            <a:off x="5524500" y="2971800"/>
            <a:ext cx="514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B6B82"/>
                </a:solidFill>
                <a:latin typeface="Calibri"/>
                <a:ea typeface="Calibri"/>
                <a:cs typeface="Calibri"/>
              </a:defRPr>
            </a:defPPr>
          </a:lstStyle>
          <a:p xmlns:a="http://schemas.openxmlformats.org/drawingml/2006/main">
            <a:pPr algn="l">
              <a:defRPr sz="1350" b="0">
                <a:solidFill>
                  <a:srgbClr val="5B6B82"/>
                </a:solidFill>
                <a:latin typeface="Calibri"/>
                <a:ea typeface="Calibri"/>
                <a:cs typeface="Calibri"/>
              </a:defRPr>
            </a:pPr>
            <a:r>
              <a:rPr sz="1350" b="0">
                <a:solidFill>
                  <a:srgbClr val="5B6B82"/>
                </a:solidFill>
                <a:latin typeface="Calibri"/>
                <a:ea typeface="Calibri"/>
                <a:cs typeface="Calibri"/>
              </a:rPr>
              <a:t>Favorites or shortcuts for frequent tasks.</a:t>
            </a:r>
          </a:p>
        </p:txBody>
      </p:sp>
      <p:sp>
        <p:nvSpPr>
          <p:cNvPr id="19" name="">
            <a:extLst xmlns:a="http://schemas.openxmlformats.org/drawingml/2006/main">
              <a:ext uri="{FF2B5EF4-FFF2-40B4-BE49-F238E27FC236}">
                <a16:creationId xmlns:a16="http://schemas.microsoft.com/office/drawing/2014/main" id="{53A51ABE-5FD1-4788-8623-74059DB75D6F}"/>
              </a:ext>
            </a:extLst>
          </p:cNvPr>
          <p:cNvSpPr>
            <a:spLocks xmlns:a="http://schemas.openxmlformats.org/drawingml/2006/main" noGrp="1"/>
          </p:cNvSpPr>
          <p:nvPr/>
        </p:nvSpPr>
        <p:spPr>
          <a:xfrm xmlns:a="http://schemas.openxmlformats.org/drawingml/2006/main">
            <a:off x="4800600" y="4333875"/>
            <a:ext cx="5524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550" b="1">
                <a:solidFill>
                  <a:srgbClr val="2D5FF4"/>
                </a:solidFill>
                <a:latin typeface="Calibri"/>
                <a:ea typeface="Calibri"/>
                <a:cs typeface="Calibri"/>
              </a:defRPr>
            </a:defPPr>
          </a:lstStyle>
          <a:p xmlns:a="http://schemas.openxmlformats.org/drawingml/2006/main">
            <a:pPr algn="ctr">
              <a:defRPr sz="2550" b="1">
                <a:solidFill>
                  <a:srgbClr val="2D5FF4"/>
                </a:solidFill>
                <a:latin typeface="Calibri"/>
                <a:ea typeface="Calibri"/>
                <a:cs typeface="Calibri"/>
              </a:defRPr>
            </a:pPr>
            <a:r>
              <a:rPr sz="2550" b="1">
                <a:solidFill>
                  <a:srgbClr val="2D5FF4"/>
                </a:solidFill>
                <a:latin typeface="Calibri"/>
                <a:ea typeface="Calibri"/>
                <a:cs typeface="Calibri"/>
              </a:rPr>
              <a:t>B</a:t>
            </a:r>
          </a:p>
        </p:txBody>
      </p:sp>
      <p:sp>
        <p:nvSpPr>
          <p:cNvPr id="20" name="">
            <a:extLst xmlns:a="http://schemas.openxmlformats.org/drawingml/2006/main">
              <a:ext uri="{FF2B5EF4-FFF2-40B4-BE49-F238E27FC236}">
                <a16:creationId xmlns:a16="http://schemas.microsoft.com/office/drawing/2014/main" id="{B9158082-5F8E-46AA-9BE2-E100A1AF5269}"/>
              </a:ext>
            </a:extLst>
          </p:cNvPr>
          <p:cNvSpPr>
            <a:spLocks xmlns:a="http://schemas.openxmlformats.org/drawingml/2006/main" noGrp="1"/>
          </p:cNvSpPr>
          <p:nvPr/>
        </p:nvSpPr>
        <p:spPr>
          <a:xfrm xmlns:a="http://schemas.openxmlformats.org/drawingml/2006/main">
            <a:off x="5524500" y="4295775"/>
            <a:ext cx="514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172131"/>
                </a:solidFill>
                <a:latin typeface="Calibri"/>
                <a:ea typeface="Calibri"/>
                <a:cs typeface="Calibri"/>
              </a:defRPr>
            </a:defPPr>
          </a:lstStyle>
          <a:p xmlns:a="http://schemas.openxmlformats.org/drawingml/2006/main">
            <a:pPr algn="l">
              <a:defRPr sz="1800" b="1">
                <a:solidFill>
                  <a:srgbClr val="172131"/>
                </a:solidFill>
                <a:latin typeface="Calibri"/>
                <a:ea typeface="Calibri"/>
                <a:cs typeface="Calibri"/>
              </a:defRPr>
            </a:pPr>
            <a:r>
              <a:rPr sz="1800" b="1">
                <a:solidFill>
                  <a:srgbClr val="172131"/>
                </a:solidFill>
                <a:latin typeface="Calibri"/>
                <a:ea typeface="Calibri"/>
                <a:cs typeface="Calibri"/>
              </a:rPr>
              <a:t>Tactile access for selected tasks</a:t>
            </a:r>
          </a:p>
        </p:txBody>
      </p:sp>
      <p:sp>
        <p:nvSpPr>
          <p:cNvPr id="21" name="">
            <a:extLst xmlns:a="http://schemas.openxmlformats.org/drawingml/2006/main">
              <a:ext uri="{FF2B5EF4-FFF2-40B4-BE49-F238E27FC236}">
                <a16:creationId xmlns:a16="http://schemas.microsoft.com/office/drawing/2014/main" id="{0B8B10CE-881E-4853-B4F1-05E09990A3C8}"/>
              </a:ext>
            </a:extLst>
          </p:cNvPr>
          <p:cNvSpPr>
            <a:spLocks xmlns:a="http://schemas.openxmlformats.org/drawingml/2006/main" noGrp="1"/>
          </p:cNvSpPr>
          <p:nvPr/>
        </p:nvSpPr>
        <p:spPr>
          <a:xfrm xmlns:a="http://schemas.openxmlformats.org/drawingml/2006/main">
            <a:off x="5524500" y="4772025"/>
            <a:ext cx="533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B6B82"/>
                </a:solidFill>
                <a:latin typeface="Calibri"/>
                <a:ea typeface="Calibri"/>
                <a:cs typeface="Calibri"/>
              </a:defRPr>
            </a:defPPr>
          </a:lstStyle>
          <a:p xmlns:a="http://schemas.openxmlformats.org/drawingml/2006/main">
            <a:pPr algn="l">
              <a:defRPr sz="1350" b="0">
                <a:solidFill>
                  <a:srgbClr val="5B6B82"/>
                </a:solidFill>
                <a:latin typeface="Calibri"/>
                <a:ea typeface="Calibri"/>
                <a:cs typeface="Calibri"/>
              </a:defRPr>
            </a:pPr>
            <a:r>
              <a:rPr sz="1350" b="0">
                <a:solidFill>
                  <a:srgbClr val="5B6B82"/>
                </a:solidFill>
                <a:latin typeface="Calibri"/>
                <a:ea typeface="Calibri"/>
                <a:cs typeface="Calibri"/>
              </a:rPr>
              <a:t>Test whether some controls need a more direct interaction.</a:t>
            </a:r>
          </a:p>
        </p:txBody>
      </p:sp>
    </p:spTree>
    <p:extLst>
      <p:ext uri="{BB962C8B-B14F-4D97-AF65-F5344CB8AC3E}">
        <p14:creationId xmlns:p14="http://schemas.microsoft.com/office/powerpoint/2010/main" val="1841109861"/>
      </p:ext>
    </p:extLst>
  </p:cSld>
</p:sld>
</file>

<file path=ppt/slides/slide7.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D7FA171E-9EDA-4170-B9BC-5093220254B4}"/>
              </a:ext>
            </a:extLst>
          </p:cNvPr>
          <p:cNvSpPr>
            <a:spLocks xmlns:a="http://schemas.openxmlformats.org/drawingml/2006/main" noGrp="1"/>
          </p:cNvSpPr>
          <p:nvPr/>
        </p:nvSpPr>
        <p:spPr>
          <a:xfrm xmlns:a="http://schemas.openxmlformats.org/drawingml/2006/main">
            <a:off x="514350" y="2286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72131"/>
                </a:solidFill>
                <a:latin typeface="Calibri"/>
                <a:ea typeface="Calibri"/>
                <a:cs typeface="Calibri"/>
              </a:defRPr>
            </a:defPPr>
          </a:lstStyle>
          <a:p xmlns:a="http://schemas.openxmlformats.org/drawingml/2006/main">
            <a:pPr algn="l">
              <a:defRPr sz="1500" b="1">
                <a:solidFill>
                  <a:srgbClr val="172131"/>
                </a:solidFill>
                <a:latin typeface="Calibri"/>
                <a:ea typeface="Calibri"/>
                <a:cs typeface="Calibri"/>
              </a:defRPr>
            </a:pPr>
            <a:r>
              <a:rPr sz="1500" b="1">
                <a:solidFill>
                  <a:srgbClr val="172131"/>
                </a:solidFill>
                <a:latin typeface="Calibri"/>
                <a:ea typeface="Calibri"/>
                <a:cs typeface="Calibri"/>
              </a:rPr>
              <a:t>FWD</a:t>
            </a:r>
          </a:p>
        </p:txBody>
      </p:sp>
      <p:sp>
        <p:nvSpPr>
          <p:cNvPr id="2" name="">
            <a:extLst xmlns:a="http://schemas.openxmlformats.org/drawingml/2006/main">
              <a:ext uri="{FF2B5EF4-FFF2-40B4-BE49-F238E27FC236}">
                <a16:creationId xmlns:a16="http://schemas.microsoft.com/office/drawing/2014/main" id="{ED51BFC8-FD6F-44C1-AF90-B40A95862192}"/>
              </a:ext>
            </a:extLst>
          </p:cNvPr>
          <p:cNvSpPr>
            <a:spLocks xmlns:a="http://schemas.openxmlformats.org/drawingml/2006/main" noGrp="1"/>
          </p:cNvSpPr>
          <p:nvPr/>
        </p:nvSpPr>
        <p:spPr>
          <a:xfrm xmlns:a="http://schemas.openxmlformats.org/drawingml/2006/main">
            <a:off x="1066800" y="20955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D5FF4"/>
                </a:solidFill>
                <a:latin typeface="Calibri"/>
                <a:ea typeface="Calibri"/>
                <a:cs typeface="Calibri"/>
              </a:defRPr>
            </a:defPPr>
          </a:lstStyle>
          <a:p xmlns:a="http://schemas.openxmlformats.org/drawingml/2006/main">
            <a:pPr algn="l">
              <a:defRPr sz="1650" b="1">
                <a:solidFill>
                  <a:srgbClr val="2D5FF4"/>
                </a:solidFill>
                <a:latin typeface="Calibri"/>
                <a:ea typeface="Calibri"/>
                <a:cs typeface="Calibri"/>
              </a:defRPr>
            </a:pPr>
            <a:r>
              <a:rPr sz="1650" b="1">
                <a:solidFill>
                  <a:srgbClr val="2D5FF4"/>
                </a:solidFill>
                <a:latin typeface="Calibri"/>
                <a:ea typeface="Calibri"/>
                <a:cs typeface="Calibri"/>
              </a:rPr>
              <a:t>//</a:t>
            </a:r>
          </a:p>
        </p:txBody>
      </p:sp>
      <p:sp>
        <p:nvSpPr>
          <p:cNvPr id="3" name="">
            <a:extLst xmlns:a="http://schemas.openxmlformats.org/drawingml/2006/main">
              <a:ext uri="{FF2B5EF4-FFF2-40B4-BE49-F238E27FC236}">
                <a16:creationId xmlns:a16="http://schemas.microsoft.com/office/drawing/2014/main" id="{B30F30D1-445A-44D0-BF25-ABCE726E8F86}"/>
              </a:ext>
            </a:extLst>
          </p:cNvPr>
          <p:cNvSpPr>
            <a:spLocks xmlns:a="http://schemas.openxmlformats.org/drawingml/2006/main" noGrp="1"/>
          </p:cNvSpPr>
          <p:nvPr/>
        </p:nvSpPr>
        <p:spPr>
          <a:xfrm xmlns:a="http://schemas.openxmlformats.org/drawingml/2006/main">
            <a:off x="1552575" y="266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B6B82"/>
                </a:solidFill>
                <a:latin typeface="Calibri"/>
                <a:ea typeface="Calibri"/>
                <a:cs typeface="Calibri"/>
              </a:defRPr>
            </a:defPPr>
          </a:lstStyle>
          <a:p xmlns:a="http://schemas.openxmlformats.org/drawingml/2006/main">
            <a:pPr algn="l">
              <a:defRPr sz="900" b="0">
                <a:solidFill>
                  <a:srgbClr val="5B6B82"/>
                </a:solidFill>
                <a:latin typeface="Calibri"/>
                <a:ea typeface="Calibri"/>
                <a:cs typeface="Calibri"/>
              </a:defRPr>
            </a:pPr>
            <a:r>
              <a:rPr sz="900" b="0">
                <a:solidFill>
                  <a:srgbClr val="5B6B82"/>
                </a:solidFill>
                <a:latin typeface="Calibri"/>
                <a:ea typeface="Calibri"/>
                <a:cs typeface="Calibri"/>
              </a:rPr>
              <a:t>VEHICLE REQUIREMENTS</a:t>
            </a:r>
          </a:p>
        </p:txBody>
      </p:sp>
      <p:sp>
        <p:nvSpPr>
          <p:cNvPr id="4" name="">
            <a:extLst xmlns:a="http://schemas.openxmlformats.org/drawingml/2006/main">
              <a:ext uri="{FF2B5EF4-FFF2-40B4-BE49-F238E27FC236}">
                <a16:creationId xmlns:a16="http://schemas.microsoft.com/office/drawing/2014/main" id="{6780B0D9-1775-4F1B-B4C6-5C926D7241DD}"/>
              </a:ext>
            </a:extLst>
          </p:cNvPr>
          <p:cNvSpPr>
            <a:spLocks xmlns:a="http://schemas.openxmlformats.org/drawingml/2006/main" noGrp="1"/>
          </p:cNvSpPr>
          <p:nvPr/>
        </p:nvSpPr>
        <p:spPr>
          <a:xfrm xmlns:a="http://schemas.openxmlformats.org/drawingml/2006/main">
            <a:off x="533400" y="7429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D5FF4"/>
                </a:solidFill>
                <a:latin typeface="Calibri"/>
                <a:ea typeface="Calibri"/>
                <a:cs typeface="Calibri"/>
              </a:defRPr>
            </a:defPPr>
          </a:lstStyle>
          <a:p xmlns:a="http://schemas.openxmlformats.org/drawingml/2006/main">
            <a:pPr algn="l">
              <a:defRPr sz="975" b="1">
                <a:solidFill>
                  <a:srgbClr val="2D5FF4"/>
                </a:solidFill>
                <a:latin typeface="Calibri"/>
                <a:ea typeface="Calibri"/>
                <a:cs typeface="Calibri"/>
              </a:defRPr>
            </a:pPr>
            <a:r>
              <a:rPr sz="975" b="1">
                <a:solidFill>
                  <a:srgbClr val="2D5FF4"/>
                </a:solidFill>
                <a:latin typeface="Calibri"/>
                <a:ea typeface="Calibri"/>
                <a:cs typeface="Calibri"/>
              </a:rPr>
              <a:t>SETTING PRIORITIES</a:t>
            </a:r>
          </a:p>
        </p:txBody>
      </p:sp>
      <p:sp>
        <p:nvSpPr>
          <p:cNvPr id="5" name="">
            <a:extLst xmlns:a="http://schemas.openxmlformats.org/drawingml/2006/main">
              <a:ext uri="{FF2B5EF4-FFF2-40B4-BE49-F238E27FC236}">
                <a16:creationId xmlns:a16="http://schemas.microsoft.com/office/drawing/2014/main" id="{E4BA8717-5975-4A93-ABBF-29AF3DD6888A}"/>
              </a:ext>
            </a:extLst>
          </p:cNvPr>
          <p:cNvSpPr>
            <a:spLocks xmlns:a="http://schemas.openxmlformats.org/drawingml/2006/main" noGrp="1"/>
          </p:cNvSpPr>
          <p:nvPr/>
        </p:nvSpPr>
        <p:spPr>
          <a:xfrm xmlns:a="http://schemas.openxmlformats.org/drawingml/2006/main">
            <a:off x="533400" y="1057275"/>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31"/>
                </a:solidFill>
                <a:latin typeface="Calibri"/>
                <a:ea typeface="Calibri"/>
                <a:cs typeface="Calibri"/>
              </a:defRPr>
            </a:defPPr>
          </a:lstStyle>
          <a:p xmlns:a="http://schemas.openxmlformats.org/drawingml/2006/main">
            <a:pPr algn="l">
              <a:defRPr sz="2925" b="1">
                <a:solidFill>
                  <a:srgbClr val="172131"/>
                </a:solidFill>
                <a:latin typeface="Calibri"/>
                <a:ea typeface="Calibri"/>
                <a:cs typeface="Calibri"/>
              </a:defRPr>
            </a:pPr>
            <a:r>
              <a:rPr sz="2925" b="1">
                <a:solidFill>
                  <a:srgbClr val="172131"/>
                </a:solidFill>
                <a:latin typeface="Calibri"/>
                <a:ea typeface="Calibri"/>
                <a:cs typeface="Calibri"/>
              </a:rPr>
              <a:t>Priority waits for matched evidence.</a:t>
            </a:r>
          </a:p>
        </p:txBody>
      </p:sp>
      <p:sp>
        <p:nvSpPr>
          <p:cNvPr id="6" name="">
            <a:extLst xmlns:a="http://schemas.openxmlformats.org/drawingml/2006/main">
              <a:ext uri="{FF2B5EF4-FFF2-40B4-BE49-F238E27FC236}">
                <a16:creationId xmlns:a16="http://schemas.microsoft.com/office/drawing/2014/main" id="{73216EFA-E689-4E46-ADAD-3BAF9FC6AC4D}"/>
              </a:ext>
            </a:extLst>
          </p:cNvPr>
          <p:cNvSpPr>
            <a:spLocks xmlns:a="http://schemas.openxmlformats.org/drawingml/2006/main" noGrp="1"/>
          </p:cNvSpPr>
          <p:nvPr/>
        </p:nvSpPr>
        <p:spPr>
          <a:xfrm xmlns:a="http://schemas.openxmlformats.org/drawingml/2006/main">
            <a:off x="10572750" y="6505575"/>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B6B82"/>
                </a:solidFill>
                <a:latin typeface="Calibri"/>
                <a:ea typeface="Calibri"/>
                <a:cs typeface="Calibri"/>
              </a:defRPr>
            </a:defPPr>
          </a:lstStyle>
          <a:p xmlns:a="http://schemas.openxmlformats.org/drawingml/2006/main">
            <a:pPr algn="r">
              <a:defRPr sz="900" b="0">
                <a:solidFill>
                  <a:srgbClr val="5B6B82"/>
                </a:solidFill>
                <a:latin typeface="Calibri"/>
                <a:ea typeface="Calibri"/>
                <a:cs typeface="Calibri"/>
              </a:defRPr>
            </a:pPr>
            <a:r>
              <a:rPr sz="900" b="0">
                <a:solidFill>
                  <a:srgbClr val="5B6B82"/>
                </a:solidFill>
                <a:latin typeface="Calibri"/>
                <a:ea typeface="Calibri"/>
                <a:cs typeface="Calibri"/>
              </a:rPr>
              <a:t>07 / 11</a:t>
            </a:r>
          </a:p>
        </p:txBody>
      </p:sp>
      <p:sp>
        <p:nvSpPr>
          <p:cNvPr id="7" name="">
            <a:extLst xmlns:a="http://schemas.openxmlformats.org/drawingml/2006/main">
              <a:ext uri="{FF2B5EF4-FFF2-40B4-BE49-F238E27FC236}">
                <a16:creationId xmlns:a16="http://schemas.microsoft.com/office/drawing/2014/main" id="{0F147A82-C417-42F8-913D-16E62D64F581}"/>
              </a:ext>
            </a:extLst>
          </p:cNvPr>
          <p:cNvSpPr>
            <a:spLocks xmlns:a="http://schemas.openxmlformats.org/drawingml/2006/main" noGrp="1"/>
          </p:cNvSpPr>
          <p:nvPr/>
        </p:nvSpPr>
        <p:spPr>
          <a:xfrm xmlns:a="http://schemas.openxmlformats.org/drawingml/2006/main">
            <a:off x="552450" y="1962150"/>
            <a:ext cx="2381250" cy="285750"/>
          </a:xfrm>
          <a:prstGeom xmlns:a="http://schemas.openxmlformats.org/drawingml/2006/main" prst="rect">
            <a:avLst/>
          </a:prstGeom>
          <a:solidFill xmlns:a="http://schemas.openxmlformats.org/drawingml/2006/main">
            <a:srgbClr val="FFF4D6"/>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9D7CA11-4676-4519-AFA6-9E06265D9E9C}"/>
              </a:ext>
            </a:extLst>
          </p:cNvPr>
          <p:cNvSpPr>
            <a:spLocks xmlns:a="http://schemas.openxmlformats.org/drawingml/2006/main" noGrp="1"/>
          </p:cNvSpPr>
          <p:nvPr/>
        </p:nvSpPr>
        <p:spPr>
          <a:xfrm xmlns:a="http://schemas.openxmlformats.org/drawingml/2006/main">
            <a:off x="666750" y="2028825"/>
            <a:ext cx="2152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96620B"/>
                </a:solidFill>
                <a:latin typeface="Calibri"/>
                <a:ea typeface="Calibri"/>
                <a:cs typeface="Calibri"/>
              </a:defRPr>
            </a:defPPr>
          </a:lstStyle>
          <a:p xmlns:a="http://schemas.openxmlformats.org/drawingml/2006/main">
            <a:pPr algn="ctr">
              <a:defRPr sz="975" b="1">
                <a:solidFill>
                  <a:srgbClr val="96620B"/>
                </a:solidFill>
                <a:latin typeface="Calibri"/>
                <a:ea typeface="Calibri"/>
                <a:cs typeface="Calibri"/>
              </a:defRPr>
            </a:pPr>
            <a:r>
              <a:rPr sz="975" b="1">
                <a:solidFill>
                  <a:srgbClr val="96620B"/>
                </a:solidFill>
                <a:latin typeface="Calibri"/>
                <a:ea typeface="Calibri"/>
                <a:cs typeface="Calibri"/>
              </a:rPr>
              <a:t>REAL G60 CASE · NOT SCORED</a:t>
            </a:r>
          </a:p>
        </p:txBody>
      </p:sp>
      <p:sp>
        <p:nvSpPr>
          <p:cNvPr id="9" name="">
            <a:extLst xmlns:a="http://schemas.openxmlformats.org/drawingml/2006/main">
              <a:ext uri="{FF2B5EF4-FFF2-40B4-BE49-F238E27FC236}">
                <a16:creationId xmlns:a16="http://schemas.microsoft.com/office/drawing/2014/main" id="{471203A9-E402-4C45-A598-5F7E1C3F6703}"/>
              </a:ext>
            </a:extLst>
          </p:cNvPr>
          <p:cNvSpPr>
            <a:spLocks xmlns:a="http://schemas.openxmlformats.org/drawingml/2006/main" noGrp="1"/>
          </p:cNvSpPr>
          <p:nvPr/>
        </p:nvSpPr>
        <p:spPr>
          <a:xfrm xmlns:a="http://schemas.openxmlformats.org/drawingml/2006/main">
            <a:off x="571500" y="2619375"/>
            <a:ext cx="2571750" cy="1200150"/>
          </a:xfrm>
          <a:prstGeom xmlns:a="http://schemas.openxmlformats.org/drawingml/2006/main" prst="rect">
            <a:avLst/>
          </a:prstGeom>
          <a:solidFill xmlns:a="http://schemas.openxmlformats.org/drawingml/2006/main">
            <a:srgbClr val="FFFFFF"/>
          </a:solidFill>
          <a:ln xmlns:a="http://schemas.openxmlformats.org/drawingml/2006/main" w="9525">
            <a:solidFill>
              <a:srgbClr val="D6DFEC"/>
            </a:solidFill>
            <a:prstDash val="solid"/>
          </a:ln>
        </p:spPr>
      </p:sp>
      <p:sp>
        <p:nvSpPr>
          <p:cNvPr id="10" name="">
            <a:extLst xmlns:a="http://schemas.openxmlformats.org/drawingml/2006/main">
              <a:ext uri="{FF2B5EF4-FFF2-40B4-BE49-F238E27FC236}">
                <a16:creationId xmlns:a16="http://schemas.microsoft.com/office/drawing/2014/main" id="{FB554EEF-33E0-4E60-B3FE-80583FBE08C6}"/>
              </a:ext>
            </a:extLst>
          </p:cNvPr>
          <p:cNvSpPr>
            <a:spLocks xmlns:a="http://schemas.openxmlformats.org/drawingml/2006/main" noGrp="1"/>
          </p:cNvSpPr>
          <p:nvPr/>
        </p:nvSpPr>
        <p:spPr>
          <a:xfrm xmlns:a="http://schemas.openxmlformats.org/drawingml/2006/main">
            <a:off x="742950" y="2828925"/>
            <a:ext cx="2247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5B6B82"/>
                </a:solidFill>
                <a:latin typeface="Calibri"/>
                <a:ea typeface="Calibri"/>
                <a:cs typeface="Calibri"/>
              </a:defRPr>
            </a:defPPr>
          </a:lstStyle>
          <a:p xmlns:a="http://schemas.openxmlformats.org/drawingml/2006/main">
            <a:pPr algn="l">
              <a:defRPr sz="975" b="1">
                <a:solidFill>
                  <a:srgbClr val="5B6B82"/>
                </a:solidFill>
                <a:latin typeface="Calibri"/>
                <a:ea typeface="Calibri"/>
                <a:cs typeface="Calibri"/>
              </a:defRPr>
            </a:pPr>
            <a:r>
              <a:rPr sz="975" b="1">
                <a:solidFill>
                  <a:srgbClr val="5B6B82"/>
                </a:solidFill>
                <a:latin typeface="Calibri"/>
                <a:ea typeface="Calibri"/>
                <a:cs typeface="Calibri"/>
              </a:rPr>
              <a:t>CUSTOMER IMPACT</a:t>
            </a:r>
          </a:p>
        </p:txBody>
      </p:sp>
      <p:sp>
        <p:nvSpPr>
          <p:cNvPr id="11" name="">
            <a:extLst xmlns:a="http://schemas.openxmlformats.org/drawingml/2006/main">
              <a:ext uri="{FF2B5EF4-FFF2-40B4-BE49-F238E27FC236}">
                <a16:creationId xmlns:a16="http://schemas.microsoft.com/office/drawing/2014/main" id="{A538D45A-F192-4BA2-B9D9-23D12B3C9AAA}"/>
              </a:ext>
            </a:extLst>
          </p:cNvPr>
          <p:cNvSpPr>
            <a:spLocks xmlns:a="http://schemas.openxmlformats.org/drawingml/2006/main" noGrp="1"/>
          </p:cNvSpPr>
          <p:nvPr/>
        </p:nvSpPr>
        <p:spPr>
          <a:xfrm xmlns:a="http://schemas.openxmlformats.org/drawingml/2006/main">
            <a:off x="742950" y="3219450"/>
            <a:ext cx="2247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172131"/>
                </a:solidFill>
                <a:latin typeface="Calibri"/>
                <a:ea typeface="Calibri"/>
                <a:cs typeface="Calibri"/>
              </a:defRPr>
            </a:defPPr>
          </a:lstStyle>
          <a:p xmlns:a="http://schemas.openxmlformats.org/drawingml/2006/main">
            <a:pPr algn="l">
              <a:defRPr sz="1650" b="1">
                <a:solidFill>
                  <a:srgbClr val="172131"/>
                </a:solidFill>
                <a:latin typeface="Calibri"/>
                <a:ea typeface="Calibri"/>
                <a:cs typeface="Calibri"/>
              </a:defRPr>
            </a:pPr>
            <a:r>
              <a:rPr sz="1650" b="1">
                <a:solidFill>
                  <a:srgbClr val="172131"/>
                </a:solidFill>
                <a:latin typeface="Calibri"/>
                <a:ea typeface="Calibri"/>
                <a:cs typeface="Calibri"/>
              </a:rPr>
              <a:t>Not rated</a:t>
            </a:r>
          </a:p>
        </p:txBody>
      </p:sp>
      <p:sp>
        <p:nvSpPr>
          <p:cNvPr id="12" name="">
            <a:extLst xmlns:a="http://schemas.openxmlformats.org/drawingml/2006/main">
              <a:ext uri="{FF2B5EF4-FFF2-40B4-BE49-F238E27FC236}">
                <a16:creationId xmlns:a16="http://schemas.microsoft.com/office/drawing/2014/main" id="{13059D11-D525-4B6B-9164-B121EB4021C1}"/>
              </a:ext>
            </a:extLst>
          </p:cNvPr>
          <p:cNvSpPr>
            <a:spLocks xmlns:a="http://schemas.openxmlformats.org/drawingml/2006/main" noGrp="1"/>
          </p:cNvSpPr>
          <p:nvPr/>
        </p:nvSpPr>
        <p:spPr>
          <a:xfrm xmlns:a="http://schemas.openxmlformats.org/drawingml/2006/main">
            <a:off x="3371850" y="2619375"/>
            <a:ext cx="2571750" cy="1200150"/>
          </a:xfrm>
          <a:prstGeom xmlns:a="http://schemas.openxmlformats.org/drawingml/2006/main" prst="rect">
            <a:avLst/>
          </a:prstGeom>
          <a:solidFill xmlns:a="http://schemas.openxmlformats.org/drawingml/2006/main">
            <a:srgbClr val="FFFFFF"/>
          </a:solidFill>
          <a:ln xmlns:a="http://schemas.openxmlformats.org/drawingml/2006/main" w="9525">
            <a:solidFill>
              <a:srgbClr val="D6DFEC"/>
            </a:solidFill>
            <a:prstDash val="solid"/>
          </a:ln>
        </p:spPr>
      </p:sp>
      <p:sp>
        <p:nvSpPr>
          <p:cNvPr id="13" name="">
            <a:extLst xmlns:a="http://schemas.openxmlformats.org/drawingml/2006/main">
              <a:ext uri="{FF2B5EF4-FFF2-40B4-BE49-F238E27FC236}">
                <a16:creationId xmlns:a16="http://schemas.microsoft.com/office/drawing/2014/main" id="{A339CF05-031D-4EEE-91B5-7D0B6FF87A5A}"/>
              </a:ext>
            </a:extLst>
          </p:cNvPr>
          <p:cNvSpPr>
            <a:spLocks xmlns:a="http://schemas.openxmlformats.org/drawingml/2006/main" noGrp="1"/>
          </p:cNvSpPr>
          <p:nvPr/>
        </p:nvSpPr>
        <p:spPr>
          <a:xfrm xmlns:a="http://schemas.openxmlformats.org/drawingml/2006/main">
            <a:off x="3543300" y="2828925"/>
            <a:ext cx="2247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5B6B82"/>
                </a:solidFill>
                <a:latin typeface="Calibri"/>
                <a:ea typeface="Calibri"/>
                <a:cs typeface="Calibri"/>
              </a:defRPr>
            </a:defPPr>
          </a:lstStyle>
          <a:p xmlns:a="http://schemas.openxmlformats.org/drawingml/2006/main">
            <a:pPr algn="l">
              <a:defRPr sz="975" b="1">
                <a:solidFill>
                  <a:srgbClr val="5B6B82"/>
                </a:solidFill>
                <a:latin typeface="Calibri"/>
                <a:ea typeface="Calibri"/>
                <a:cs typeface="Calibri"/>
              </a:defRPr>
            </a:pPr>
            <a:r>
              <a:rPr sz="975" b="1">
                <a:solidFill>
                  <a:srgbClr val="5B6B82"/>
                </a:solidFill>
                <a:latin typeface="Calibri"/>
                <a:ea typeface="Calibri"/>
                <a:cs typeface="Calibri"/>
              </a:rPr>
              <a:t>TARGET-GROUP REACH</a:t>
            </a:r>
          </a:p>
        </p:txBody>
      </p:sp>
      <p:sp>
        <p:nvSpPr>
          <p:cNvPr id="14" name="">
            <a:extLst xmlns:a="http://schemas.openxmlformats.org/drawingml/2006/main">
              <a:ext uri="{FF2B5EF4-FFF2-40B4-BE49-F238E27FC236}">
                <a16:creationId xmlns:a16="http://schemas.microsoft.com/office/drawing/2014/main" id="{A4E4C60C-F1D7-4FF0-800B-9B93E5131EEC}"/>
              </a:ext>
            </a:extLst>
          </p:cNvPr>
          <p:cNvSpPr>
            <a:spLocks xmlns:a="http://schemas.openxmlformats.org/drawingml/2006/main" noGrp="1"/>
          </p:cNvSpPr>
          <p:nvPr/>
        </p:nvSpPr>
        <p:spPr>
          <a:xfrm xmlns:a="http://schemas.openxmlformats.org/drawingml/2006/main">
            <a:off x="3543300" y="3219450"/>
            <a:ext cx="2247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172131"/>
                </a:solidFill>
                <a:latin typeface="Calibri"/>
                <a:ea typeface="Calibri"/>
                <a:cs typeface="Calibri"/>
              </a:defRPr>
            </a:defPPr>
          </a:lstStyle>
          <a:p xmlns:a="http://schemas.openxmlformats.org/drawingml/2006/main">
            <a:pPr algn="l">
              <a:defRPr sz="1650" b="1">
                <a:solidFill>
                  <a:srgbClr val="172131"/>
                </a:solidFill>
                <a:latin typeface="Calibri"/>
                <a:ea typeface="Calibri"/>
                <a:cs typeface="Calibri"/>
              </a:defRPr>
            </a:pPr>
            <a:r>
              <a:rPr sz="1650" b="1">
                <a:solidFill>
                  <a:srgbClr val="172131"/>
                </a:solidFill>
                <a:latin typeface="Calibri"/>
                <a:ea typeface="Calibri"/>
                <a:cs typeface="Calibri"/>
              </a:rPr>
              <a:t>Not established</a:t>
            </a:r>
          </a:p>
        </p:txBody>
      </p:sp>
      <p:sp>
        <p:nvSpPr>
          <p:cNvPr id="15" name="">
            <a:extLst xmlns:a="http://schemas.openxmlformats.org/drawingml/2006/main">
              <a:ext uri="{FF2B5EF4-FFF2-40B4-BE49-F238E27FC236}">
                <a16:creationId xmlns:a16="http://schemas.microsoft.com/office/drawing/2014/main" id="{7958FE9D-C706-40A2-8919-68DC0F409241}"/>
              </a:ext>
            </a:extLst>
          </p:cNvPr>
          <p:cNvSpPr>
            <a:spLocks xmlns:a="http://schemas.openxmlformats.org/drawingml/2006/main" noGrp="1"/>
          </p:cNvSpPr>
          <p:nvPr/>
        </p:nvSpPr>
        <p:spPr>
          <a:xfrm xmlns:a="http://schemas.openxmlformats.org/drawingml/2006/main">
            <a:off x="6172200" y="2619375"/>
            <a:ext cx="2571750" cy="1200150"/>
          </a:xfrm>
          <a:prstGeom xmlns:a="http://schemas.openxmlformats.org/drawingml/2006/main" prst="rect">
            <a:avLst/>
          </a:prstGeom>
          <a:solidFill xmlns:a="http://schemas.openxmlformats.org/drawingml/2006/main">
            <a:srgbClr val="FFFFFF"/>
          </a:solidFill>
          <a:ln xmlns:a="http://schemas.openxmlformats.org/drawingml/2006/main" w="9525">
            <a:solidFill>
              <a:srgbClr val="D6DFEC"/>
            </a:solidFill>
            <a:prstDash val="solid"/>
          </a:ln>
        </p:spPr>
      </p:sp>
      <p:sp>
        <p:nvSpPr>
          <p:cNvPr id="16" name="">
            <a:extLst xmlns:a="http://schemas.openxmlformats.org/drawingml/2006/main">
              <a:ext uri="{FF2B5EF4-FFF2-40B4-BE49-F238E27FC236}">
                <a16:creationId xmlns:a16="http://schemas.microsoft.com/office/drawing/2014/main" id="{0C3DF765-97E9-4875-80D8-061DA551593B}"/>
              </a:ext>
            </a:extLst>
          </p:cNvPr>
          <p:cNvSpPr>
            <a:spLocks xmlns:a="http://schemas.openxmlformats.org/drawingml/2006/main" noGrp="1"/>
          </p:cNvSpPr>
          <p:nvPr/>
        </p:nvSpPr>
        <p:spPr>
          <a:xfrm xmlns:a="http://schemas.openxmlformats.org/drawingml/2006/main">
            <a:off x="6343650" y="2828925"/>
            <a:ext cx="2247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5B6B82"/>
                </a:solidFill>
                <a:latin typeface="Calibri"/>
                <a:ea typeface="Calibri"/>
                <a:cs typeface="Calibri"/>
              </a:defRPr>
            </a:defPPr>
          </a:lstStyle>
          <a:p xmlns:a="http://schemas.openxmlformats.org/drawingml/2006/main">
            <a:pPr algn="l">
              <a:defRPr sz="975" b="1">
                <a:solidFill>
                  <a:srgbClr val="5B6B82"/>
                </a:solidFill>
                <a:latin typeface="Calibri"/>
                <a:ea typeface="Calibri"/>
                <a:cs typeface="Calibri"/>
              </a:defRPr>
            </a:pPr>
            <a:r>
              <a:rPr sz="975" b="1">
                <a:solidFill>
                  <a:srgbClr val="5B6B82"/>
                </a:solidFill>
                <a:latin typeface="Calibri"/>
                <a:ea typeface="Calibri"/>
                <a:cs typeface="Calibri"/>
              </a:rPr>
              <a:t>CURRENT OFFERING GAP</a:t>
            </a:r>
          </a:p>
        </p:txBody>
      </p:sp>
      <p:sp>
        <p:nvSpPr>
          <p:cNvPr id="17" name="">
            <a:extLst xmlns:a="http://schemas.openxmlformats.org/drawingml/2006/main">
              <a:ext uri="{FF2B5EF4-FFF2-40B4-BE49-F238E27FC236}">
                <a16:creationId xmlns:a16="http://schemas.microsoft.com/office/drawing/2014/main" id="{7564A8ED-A60B-4706-AE0B-310BB09C1B45}"/>
              </a:ext>
            </a:extLst>
          </p:cNvPr>
          <p:cNvSpPr>
            <a:spLocks xmlns:a="http://schemas.openxmlformats.org/drawingml/2006/main" noGrp="1"/>
          </p:cNvSpPr>
          <p:nvPr/>
        </p:nvSpPr>
        <p:spPr>
          <a:xfrm xmlns:a="http://schemas.openxmlformats.org/drawingml/2006/main">
            <a:off x="6343650" y="3219450"/>
            <a:ext cx="2247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172131"/>
                </a:solidFill>
                <a:latin typeface="Calibri"/>
                <a:ea typeface="Calibri"/>
                <a:cs typeface="Calibri"/>
              </a:defRPr>
            </a:defPPr>
          </a:lstStyle>
          <a:p xmlns:a="http://schemas.openxmlformats.org/drawingml/2006/main">
            <a:pPr algn="l">
              <a:defRPr sz="1650" b="1">
                <a:solidFill>
                  <a:srgbClr val="172131"/>
                </a:solidFill>
                <a:latin typeface="Calibri"/>
                <a:ea typeface="Calibri"/>
                <a:cs typeface="Calibri"/>
              </a:defRPr>
            </a:pPr>
            <a:r>
              <a:rPr sz="1650" b="1">
                <a:solidFill>
                  <a:srgbClr val="172131"/>
                </a:solidFill>
                <a:latin typeface="Calibri"/>
                <a:ea typeface="Calibri"/>
                <a:cs typeface="Calibri"/>
              </a:rPr>
              <a:t>Unknown</a:t>
            </a:r>
          </a:p>
        </p:txBody>
      </p:sp>
      <p:sp>
        <p:nvSpPr>
          <p:cNvPr id="18" name="">
            <a:extLst xmlns:a="http://schemas.openxmlformats.org/drawingml/2006/main">
              <a:ext uri="{FF2B5EF4-FFF2-40B4-BE49-F238E27FC236}">
                <a16:creationId xmlns:a16="http://schemas.microsoft.com/office/drawing/2014/main" id="{69C4C34B-AF97-4B36-9267-5FF61DCCD9A8}"/>
              </a:ext>
            </a:extLst>
          </p:cNvPr>
          <p:cNvSpPr>
            <a:spLocks xmlns:a="http://schemas.openxmlformats.org/drawingml/2006/main" noGrp="1"/>
          </p:cNvSpPr>
          <p:nvPr/>
        </p:nvSpPr>
        <p:spPr>
          <a:xfrm xmlns:a="http://schemas.openxmlformats.org/drawingml/2006/main">
            <a:off x="8972550" y="2619375"/>
            <a:ext cx="2571750" cy="1200150"/>
          </a:xfrm>
          <a:prstGeom xmlns:a="http://schemas.openxmlformats.org/drawingml/2006/main" prst="rect">
            <a:avLst/>
          </a:prstGeom>
          <a:solidFill xmlns:a="http://schemas.openxmlformats.org/drawingml/2006/main">
            <a:srgbClr val="FFFFFF"/>
          </a:solidFill>
          <a:ln xmlns:a="http://schemas.openxmlformats.org/drawingml/2006/main" w="9525">
            <a:solidFill>
              <a:srgbClr val="D6DFEC"/>
            </a:solidFill>
            <a:prstDash val="solid"/>
          </a:ln>
        </p:spPr>
      </p:sp>
      <p:sp>
        <p:nvSpPr>
          <p:cNvPr id="19" name="">
            <a:extLst xmlns:a="http://schemas.openxmlformats.org/drawingml/2006/main">
              <a:ext uri="{FF2B5EF4-FFF2-40B4-BE49-F238E27FC236}">
                <a16:creationId xmlns:a16="http://schemas.microsoft.com/office/drawing/2014/main" id="{46B27501-A1D3-4314-AA46-66CD9770D4DB}"/>
              </a:ext>
            </a:extLst>
          </p:cNvPr>
          <p:cNvSpPr>
            <a:spLocks xmlns:a="http://schemas.openxmlformats.org/drawingml/2006/main" noGrp="1"/>
          </p:cNvSpPr>
          <p:nvPr/>
        </p:nvSpPr>
        <p:spPr>
          <a:xfrm xmlns:a="http://schemas.openxmlformats.org/drawingml/2006/main">
            <a:off x="9144000" y="2828925"/>
            <a:ext cx="2247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5B6B82"/>
                </a:solidFill>
                <a:latin typeface="Calibri"/>
                <a:ea typeface="Calibri"/>
                <a:cs typeface="Calibri"/>
              </a:defRPr>
            </a:defPPr>
          </a:lstStyle>
          <a:p xmlns:a="http://schemas.openxmlformats.org/drawingml/2006/main">
            <a:pPr algn="l">
              <a:defRPr sz="975" b="1">
                <a:solidFill>
                  <a:srgbClr val="5B6B82"/>
                </a:solidFill>
                <a:latin typeface="Calibri"/>
                <a:ea typeface="Calibri"/>
                <a:cs typeface="Calibri"/>
              </a:defRPr>
            </a:pPr>
            <a:r>
              <a:rPr sz="975" b="1">
                <a:solidFill>
                  <a:srgbClr val="5B6B82"/>
                </a:solidFill>
                <a:latin typeface="Calibri"/>
                <a:ea typeface="Calibri"/>
                <a:cs typeface="Calibri"/>
              </a:rPr>
              <a:t>FUTURE RELEVANCE</a:t>
            </a:r>
          </a:p>
        </p:txBody>
      </p:sp>
      <p:sp>
        <p:nvSpPr>
          <p:cNvPr id="20" name="">
            <a:extLst xmlns:a="http://schemas.openxmlformats.org/drawingml/2006/main">
              <a:ext uri="{FF2B5EF4-FFF2-40B4-BE49-F238E27FC236}">
                <a16:creationId xmlns:a16="http://schemas.microsoft.com/office/drawing/2014/main" id="{5ECC16D1-7260-453C-94DF-D94C7F395D10}"/>
              </a:ext>
            </a:extLst>
          </p:cNvPr>
          <p:cNvSpPr>
            <a:spLocks xmlns:a="http://schemas.openxmlformats.org/drawingml/2006/main" noGrp="1"/>
          </p:cNvSpPr>
          <p:nvPr/>
        </p:nvSpPr>
        <p:spPr>
          <a:xfrm xmlns:a="http://schemas.openxmlformats.org/drawingml/2006/main">
            <a:off x="9144000" y="3219450"/>
            <a:ext cx="2247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172131"/>
                </a:solidFill>
                <a:latin typeface="Calibri"/>
                <a:ea typeface="Calibri"/>
                <a:cs typeface="Calibri"/>
              </a:defRPr>
            </a:defPPr>
          </a:lstStyle>
          <a:p xmlns:a="http://schemas.openxmlformats.org/drawingml/2006/main">
            <a:pPr algn="l">
              <a:defRPr sz="1650" b="1">
                <a:solidFill>
                  <a:srgbClr val="172131"/>
                </a:solidFill>
                <a:latin typeface="Calibri"/>
                <a:ea typeface="Calibri"/>
                <a:cs typeface="Calibri"/>
              </a:defRPr>
            </a:pPr>
            <a:r>
              <a:rPr sz="1650" b="1">
                <a:solidFill>
                  <a:srgbClr val="172131"/>
                </a:solidFill>
                <a:latin typeface="Calibri"/>
                <a:ea typeface="Calibri"/>
                <a:cs typeface="Calibri"/>
              </a:rPr>
              <a:t>Assumption</a:t>
            </a:r>
          </a:p>
        </p:txBody>
      </p:sp>
      <p:sp>
        <p:nvSpPr>
          <p:cNvPr id="21" name="">
            <a:extLst xmlns:a="http://schemas.openxmlformats.org/drawingml/2006/main">
              <a:ext uri="{FF2B5EF4-FFF2-40B4-BE49-F238E27FC236}">
                <a16:creationId xmlns:a16="http://schemas.microsoft.com/office/drawing/2014/main" id="{52E77DFA-FB3B-426E-A6CE-1AB4EC0A8AA8}"/>
              </a:ext>
            </a:extLst>
          </p:cNvPr>
          <p:cNvSpPr>
            <a:spLocks xmlns:a="http://schemas.openxmlformats.org/drawingml/2006/main" noGrp="1"/>
          </p:cNvSpPr>
          <p:nvPr/>
        </p:nvSpPr>
        <p:spPr>
          <a:xfrm xmlns:a="http://schemas.openxmlformats.org/drawingml/2006/main">
            <a:off x="571500" y="4267200"/>
            <a:ext cx="10706100" cy="1352550"/>
          </a:xfrm>
          <a:prstGeom xmlns:a="http://schemas.openxmlformats.org/drawingml/2006/main" prst="rect">
            <a:avLst/>
          </a:prstGeom>
          <a:solidFill xmlns:a="http://schemas.openxmlformats.org/drawingml/2006/main">
            <a:srgbClr val="111927"/>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178A6B96-AF59-48E0-A9AD-1F0E9AD05E5E}"/>
              </a:ext>
            </a:extLst>
          </p:cNvPr>
          <p:cNvSpPr>
            <a:spLocks xmlns:a="http://schemas.openxmlformats.org/drawingml/2006/main" noGrp="1"/>
          </p:cNvSpPr>
          <p:nvPr/>
        </p:nvSpPr>
        <p:spPr>
          <a:xfrm xmlns:a="http://schemas.openxmlformats.org/drawingml/2006/main">
            <a:off x="838200" y="4572000"/>
            <a:ext cx="190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AEBBD0"/>
                </a:solidFill>
                <a:latin typeface="Calibri"/>
                <a:ea typeface="Calibri"/>
                <a:cs typeface="Calibri"/>
              </a:defRPr>
            </a:defPPr>
          </a:lstStyle>
          <a:p xmlns:a="http://schemas.openxmlformats.org/drawingml/2006/main">
            <a:pPr algn="l">
              <a:defRPr sz="1050" b="1">
                <a:solidFill>
                  <a:srgbClr val="AEBBD0"/>
                </a:solidFill>
                <a:latin typeface="Calibri"/>
                <a:ea typeface="Calibri"/>
                <a:cs typeface="Calibri"/>
              </a:defRPr>
            </a:pPr>
            <a:r>
              <a:rPr sz="1050" b="1">
                <a:solidFill>
                  <a:srgbClr val="AEBBD0"/>
                </a:solidFill>
                <a:latin typeface="Calibri"/>
                <a:ea typeface="Calibri"/>
                <a:cs typeface="Calibri"/>
              </a:rPr>
              <a:t>PRIORITY</a:t>
            </a:r>
          </a:p>
        </p:txBody>
      </p:sp>
      <p:sp>
        <p:nvSpPr>
          <p:cNvPr id="23" name="">
            <a:extLst xmlns:a="http://schemas.openxmlformats.org/drawingml/2006/main">
              <a:ext uri="{FF2B5EF4-FFF2-40B4-BE49-F238E27FC236}">
                <a16:creationId xmlns:a16="http://schemas.microsoft.com/office/drawing/2014/main" id="{C02EFE2F-2D06-4FE9-B444-42F99BFD3F19}"/>
              </a:ext>
            </a:extLst>
          </p:cNvPr>
          <p:cNvSpPr>
            <a:spLocks xmlns:a="http://schemas.openxmlformats.org/drawingml/2006/main" noGrp="1"/>
          </p:cNvSpPr>
          <p:nvPr/>
        </p:nvSpPr>
        <p:spPr>
          <a:xfrm xmlns:a="http://schemas.openxmlformats.org/drawingml/2006/main">
            <a:off x="838200" y="4895850"/>
            <a:ext cx="4095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850" b="1">
                <a:solidFill>
                  <a:srgbClr val="FFFFFF"/>
                </a:solidFill>
                <a:latin typeface="Calibri"/>
                <a:ea typeface="Calibri"/>
                <a:cs typeface="Calibri"/>
              </a:defRPr>
            </a:defPPr>
          </a:lstStyle>
          <a:p xmlns:a="http://schemas.openxmlformats.org/drawingml/2006/main">
            <a:pPr algn="l">
              <a:defRPr sz="2850" b="1">
                <a:solidFill>
                  <a:srgbClr val="FFFFFF"/>
                </a:solidFill>
                <a:latin typeface="Calibri"/>
                <a:ea typeface="Calibri"/>
                <a:cs typeface="Calibri"/>
              </a:defRPr>
            </a:pPr>
            <a:r>
              <a:rPr sz="2850" b="1">
                <a:solidFill>
                  <a:srgbClr val="FFFFFF"/>
                </a:solidFill>
                <a:latin typeface="Calibri"/>
                <a:ea typeface="Calibri"/>
                <a:cs typeface="Calibri"/>
              </a:rPr>
              <a:t>Not scored</a:t>
            </a:r>
          </a:p>
        </p:txBody>
      </p:sp>
      <p:sp>
        <p:nvSpPr>
          <p:cNvPr id="24" name="">
            <a:extLst xmlns:a="http://schemas.openxmlformats.org/drawingml/2006/main">
              <a:ext uri="{FF2B5EF4-FFF2-40B4-BE49-F238E27FC236}">
                <a16:creationId xmlns:a16="http://schemas.microsoft.com/office/drawing/2014/main" id="{78CBA7C1-0388-47A3-B2C5-0FD15013D9A7}"/>
              </a:ext>
            </a:extLst>
          </p:cNvPr>
          <p:cNvSpPr>
            <a:spLocks xmlns:a="http://schemas.openxmlformats.org/drawingml/2006/main" noGrp="1"/>
          </p:cNvSpPr>
          <p:nvPr/>
        </p:nvSpPr>
        <p:spPr>
          <a:xfrm xmlns:a="http://schemas.openxmlformats.org/drawingml/2006/main">
            <a:off x="5143500" y="4695825"/>
            <a:ext cx="552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D4DCEA"/>
                </a:solidFill>
                <a:latin typeface="Calibri"/>
                <a:ea typeface="Calibri"/>
                <a:cs typeface="Calibri"/>
              </a:defRPr>
            </a:defPPr>
          </a:lstStyle>
          <a:p xmlns:a="http://schemas.openxmlformats.org/drawingml/2006/main">
            <a:pPr algn="l">
              <a:defRPr sz="1500" b="0">
                <a:solidFill>
                  <a:srgbClr val="D4DCEA"/>
                </a:solidFill>
                <a:latin typeface="Calibri"/>
                <a:ea typeface="Calibri"/>
                <a:cs typeface="Calibri"/>
              </a:defRPr>
            </a:pPr>
            <a:r>
              <a:rPr sz="1500" b="0">
                <a:solidFill>
                  <a:srgbClr val="D4DCEA"/>
                </a:solidFill>
                <a:latin typeface="Calibri"/>
                <a:ea typeface="Calibri"/>
                <a:cs typeface="Calibri"/>
              </a:rPr>
              <a:t>A few source records and an unmatched vehicle baseline cannot support a defensible case score.</a:t>
            </a:r>
          </a:p>
        </p:txBody>
      </p:sp>
      <p:sp>
        <p:nvSpPr>
          <p:cNvPr id="25" name="">
            <a:extLst xmlns:a="http://schemas.openxmlformats.org/drawingml/2006/main">
              <a:ext uri="{FF2B5EF4-FFF2-40B4-BE49-F238E27FC236}">
                <a16:creationId xmlns:a16="http://schemas.microsoft.com/office/drawing/2014/main" id="{5DA4EC20-B42F-4374-B4A7-BD4705CC5286}"/>
              </a:ext>
            </a:extLst>
          </p:cNvPr>
          <p:cNvSpPr>
            <a:spLocks xmlns:a="http://schemas.openxmlformats.org/drawingml/2006/main" noGrp="1"/>
          </p:cNvSpPr>
          <p:nvPr/>
        </p:nvSpPr>
        <p:spPr>
          <a:xfrm xmlns:a="http://schemas.openxmlformats.org/drawingml/2006/main">
            <a:off x="571500" y="5829300"/>
            <a:ext cx="1028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B6B82"/>
                </a:solidFill>
                <a:latin typeface="Calibri"/>
                <a:ea typeface="Calibri"/>
                <a:cs typeface="Calibri"/>
              </a:defRPr>
            </a:defPPr>
          </a:lstStyle>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Scoring workflow exists. Weights remain a project policy, not BMW guidance.</a:t>
            </a:r>
          </a:p>
        </p:txBody>
      </p:sp>
    </p:spTree>
    <p:extLst>
      <p:ext uri="{BB962C8B-B14F-4D97-AF65-F5344CB8AC3E}">
        <p14:creationId xmlns:p14="http://schemas.microsoft.com/office/powerpoint/2010/main" val="428382032"/>
      </p:ext>
    </p:extLst>
  </p:cSld>
</p:sld>
</file>

<file path=ppt/slides/slide8.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290D6A79-0F1E-4BAE-BE17-2CC7533CAA7D}"/>
              </a:ext>
            </a:extLst>
          </p:cNvPr>
          <p:cNvSpPr>
            <a:spLocks xmlns:a="http://schemas.openxmlformats.org/drawingml/2006/main" noGrp="1"/>
          </p:cNvSpPr>
          <p:nvPr/>
        </p:nvSpPr>
        <p:spPr>
          <a:xfrm xmlns:a="http://schemas.openxmlformats.org/drawingml/2006/main">
            <a:off x="514350" y="2286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72131"/>
                </a:solidFill>
                <a:latin typeface="Calibri"/>
                <a:ea typeface="Calibri"/>
                <a:cs typeface="Calibri"/>
              </a:defRPr>
            </a:defPPr>
          </a:lstStyle>
          <a:p xmlns:a="http://schemas.openxmlformats.org/drawingml/2006/main">
            <a:pPr algn="l">
              <a:defRPr sz="1500" b="1">
                <a:solidFill>
                  <a:srgbClr val="172131"/>
                </a:solidFill>
                <a:latin typeface="Calibri"/>
                <a:ea typeface="Calibri"/>
                <a:cs typeface="Calibri"/>
              </a:defRPr>
            </a:pPr>
            <a:r>
              <a:rPr sz="1500" b="1">
                <a:solidFill>
                  <a:srgbClr val="172131"/>
                </a:solidFill>
                <a:latin typeface="Calibri"/>
                <a:ea typeface="Calibri"/>
                <a:cs typeface="Calibri"/>
              </a:rPr>
              <a:t>FWD</a:t>
            </a:r>
          </a:p>
        </p:txBody>
      </p:sp>
      <p:sp>
        <p:nvSpPr>
          <p:cNvPr id="2" name="">
            <a:extLst xmlns:a="http://schemas.openxmlformats.org/drawingml/2006/main">
              <a:ext uri="{FF2B5EF4-FFF2-40B4-BE49-F238E27FC236}">
                <a16:creationId xmlns:a16="http://schemas.microsoft.com/office/drawing/2014/main" id="{60A1477E-8785-4410-B436-4260371D40A8}"/>
              </a:ext>
            </a:extLst>
          </p:cNvPr>
          <p:cNvSpPr>
            <a:spLocks xmlns:a="http://schemas.openxmlformats.org/drawingml/2006/main" noGrp="1"/>
          </p:cNvSpPr>
          <p:nvPr/>
        </p:nvSpPr>
        <p:spPr>
          <a:xfrm xmlns:a="http://schemas.openxmlformats.org/drawingml/2006/main">
            <a:off x="1066800" y="20955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D5FF4"/>
                </a:solidFill>
                <a:latin typeface="Calibri"/>
                <a:ea typeface="Calibri"/>
                <a:cs typeface="Calibri"/>
              </a:defRPr>
            </a:defPPr>
          </a:lstStyle>
          <a:p xmlns:a="http://schemas.openxmlformats.org/drawingml/2006/main">
            <a:pPr algn="l">
              <a:defRPr sz="1650" b="1">
                <a:solidFill>
                  <a:srgbClr val="2D5FF4"/>
                </a:solidFill>
                <a:latin typeface="Calibri"/>
                <a:ea typeface="Calibri"/>
                <a:cs typeface="Calibri"/>
              </a:defRPr>
            </a:pPr>
            <a:r>
              <a:rPr sz="1650" b="1">
                <a:solidFill>
                  <a:srgbClr val="2D5FF4"/>
                </a:solidFill>
                <a:latin typeface="Calibri"/>
                <a:ea typeface="Calibri"/>
                <a:cs typeface="Calibri"/>
              </a:rPr>
              <a:t>//</a:t>
            </a:r>
          </a:p>
        </p:txBody>
      </p:sp>
      <p:sp>
        <p:nvSpPr>
          <p:cNvPr id="3" name="">
            <a:extLst xmlns:a="http://schemas.openxmlformats.org/drawingml/2006/main">
              <a:ext uri="{FF2B5EF4-FFF2-40B4-BE49-F238E27FC236}">
                <a16:creationId xmlns:a16="http://schemas.microsoft.com/office/drawing/2014/main" id="{67C70076-D964-4928-B083-A5FF68B2C720}"/>
              </a:ext>
            </a:extLst>
          </p:cNvPr>
          <p:cNvSpPr>
            <a:spLocks xmlns:a="http://schemas.openxmlformats.org/drawingml/2006/main" noGrp="1"/>
          </p:cNvSpPr>
          <p:nvPr/>
        </p:nvSpPr>
        <p:spPr>
          <a:xfrm xmlns:a="http://schemas.openxmlformats.org/drawingml/2006/main">
            <a:off x="1552575" y="266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B6B82"/>
                </a:solidFill>
                <a:latin typeface="Calibri"/>
                <a:ea typeface="Calibri"/>
                <a:cs typeface="Calibri"/>
              </a:defRPr>
            </a:defPPr>
          </a:lstStyle>
          <a:p xmlns:a="http://schemas.openxmlformats.org/drawingml/2006/main">
            <a:pPr algn="l">
              <a:defRPr sz="900" b="0">
                <a:solidFill>
                  <a:srgbClr val="5B6B82"/>
                </a:solidFill>
                <a:latin typeface="Calibri"/>
                <a:ea typeface="Calibri"/>
                <a:cs typeface="Calibri"/>
              </a:defRPr>
            </a:pPr>
            <a:r>
              <a:rPr sz="900" b="0">
                <a:solidFill>
                  <a:srgbClr val="5B6B82"/>
                </a:solidFill>
                <a:latin typeface="Calibri"/>
                <a:ea typeface="Calibri"/>
                <a:cs typeface="Calibri"/>
              </a:rPr>
              <a:t>VEHICLE REQUIREMENTS</a:t>
            </a:r>
          </a:p>
        </p:txBody>
      </p:sp>
      <p:sp>
        <p:nvSpPr>
          <p:cNvPr id="4" name="">
            <a:extLst xmlns:a="http://schemas.openxmlformats.org/drawingml/2006/main">
              <a:ext uri="{FF2B5EF4-FFF2-40B4-BE49-F238E27FC236}">
                <a16:creationId xmlns:a16="http://schemas.microsoft.com/office/drawing/2014/main" id="{865FFF56-1950-4213-81CC-8395FDD67A67}"/>
              </a:ext>
            </a:extLst>
          </p:cNvPr>
          <p:cNvSpPr>
            <a:spLocks xmlns:a="http://schemas.openxmlformats.org/drawingml/2006/main" noGrp="1"/>
          </p:cNvSpPr>
          <p:nvPr/>
        </p:nvSpPr>
        <p:spPr>
          <a:xfrm xmlns:a="http://schemas.openxmlformats.org/drawingml/2006/main">
            <a:off x="533400" y="7429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D5FF4"/>
                </a:solidFill>
                <a:latin typeface="Calibri"/>
                <a:ea typeface="Calibri"/>
                <a:cs typeface="Calibri"/>
              </a:defRPr>
            </a:defPPr>
          </a:lstStyle>
          <a:p xmlns:a="http://schemas.openxmlformats.org/drawingml/2006/main">
            <a:pPr algn="l">
              <a:defRPr sz="975" b="1">
                <a:solidFill>
                  <a:srgbClr val="2D5FF4"/>
                </a:solidFill>
                <a:latin typeface="Calibri"/>
                <a:ea typeface="Calibri"/>
                <a:cs typeface="Calibri"/>
              </a:defRPr>
            </a:pPr>
            <a:r>
              <a:rPr sz="975" b="1">
                <a:solidFill>
                  <a:srgbClr val="2D5FF4"/>
                </a:solidFill>
                <a:latin typeface="Calibri"/>
                <a:ea typeface="Calibri"/>
                <a:cs typeface="Calibri"/>
              </a:rPr>
              <a:t>THE OUTPUT</a:t>
            </a:r>
          </a:p>
        </p:txBody>
      </p:sp>
      <p:sp>
        <p:nvSpPr>
          <p:cNvPr id="5" name="">
            <a:extLst xmlns:a="http://schemas.openxmlformats.org/drawingml/2006/main">
              <a:ext uri="{FF2B5EF4-FFF2-40B4-BE49-F238E27FC236}">
                <a16:creationId xmlns:a16="http://schemas.microsoft.com/office/drawing/2014/main" id="{EADDAE43-1546-40B6-BF24-92A82A21ECA6}"/>
              </a:ext>
            </a:extLst>
          </p:cNvPr>
          <p:cNvSpPr>
            <a:spLocks xmlns:a="http://schemas.openxmlformats.org/drawingml/2006/main" noGrp="1"/>
          </p:cNvSpPr>
          <p:nvPr/>
        </p:nvSpPr>
        <p:spPr>
          <a:xfrm xmlns:a="http://schemas.openxmlformats.org/drawingml/2006/main">
            <a:off x="533400" y="1057275"/>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31"/>
                </a:solidFill>
                <a:latin typeface="Calibri"/>
                <a:ea typeface="Calibri"/>
                <a:cs typeface="Calibri"/>
              </a:defRPr>
            </a:defPPr>
          </a:lstStyle>
          <a:p xmlns:a="http://schemas.openxmlformats.org/drawingml/2006/main">
            <a:pPr algn="l">
              <a:defRPr sz="2925" b="1">
                <a:solidFill>
                  <a:srgbClr val="172131"/>
                </a:solidFill>
                <a:latin typeface="Calibri"/>
                <a:ea typeface="Calibri"/>
                <a:cs typeface="Calibri"/>
              </a:defRPr>
            </a:pPr>
            <a:r>
              <a:rPr sz="2925" b="1">
                <a:solidFill>
                  <a:srgbClr val="172131"/>
                </a:solidFill>
                <a:latin typeface="Calibri"/>
                <a:ea typeface="Calibri"/>
                <a:cs typeface="Calibri"/>
              </a:rPr>
              <a:t>A candidate requirement, pending review.</a:t>
            </a:r>
          </a:p>
        </p:txBody>
      </p:sp>
      <p:sp>
        <p:nvSpPr>
          <p:cNvPr id="6" name="">
            <a:extLst xmlns:a="http://schemas.openxmlformats.org/drawingml/2006/main">
              <a:ext uri="{FF2B5EF4-FFF2-40B4-BE49-F238E27FC236}">
                <a16:creationId xmlns:a16="http://schemas.microsoft.com/office/drawing/2014/main" id="{D54E024A-5483-4B19-AB0D-F0ECEBF45E47}"/>
              </a:ext>
            </a:extLst>
          </p:cNvPr>
          <p:cNvSpPr>
            <a:spLocks xmlns:a="http://schemas.openxmlformats.org/drawingml/2006/main" noGrp="1"/>
          </p:cNvSpPr>
          <p:nvPr/>
        </p:nvSpPr>
        <p:spPr>
          <a:xfrm xmlns:a="http://schemas.openxmlformats.org/drawingml/2006/main">
            <a:off x="10572750" y="6505575"/>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B6B82"/>
                </a:solidFill>
                <a:latin typeface="Calibri"/>
                <a:ea typeface="Calibri"/>
                <a:cs typeface="Calibri"/>
              </a:defRPr>
            </a:defPPr>
          </a:lstStyle>
          <a:p xmlns:a="http://schemas.openxmlformats.org/drawingml/2006/main">
            <a:pPr algn="r">
              <a:defRPr sz="900" b="0">
                <a:solidFill>
                  <a:srgbClr val="5B6B82"/>
                </a:solidFill>
                <a:latin typeface="Calibri"/>
                <a:ea typeface="Calibri"/>
                <a:cs typeface="Calibri"/>
              </a:defRPr>
            </a:pPr>
            <a:r>
              <a:rPr sz="900" b="0">
                <a:solidFill>
                  <a:srgbClr val="5B6B82"/>
                </a:solidFill>
                <a:latin typeface="Calibri"/>
                <a:ea typeface="Calibri"/>
                <a:cs typeface="Calibri"/>
              </a:rPr>
              <a:t>08 / 11</a:t>
            </a:r>
          </a:p>
        </p:txBody>
      </p:sp>
      <p:sp>
        <p:nvSpPr>
          <p:cNvPr id="7" name="">
            <a:extLst xmlns:a="http://schemas.openxmlformats.org/drawingml/2006/main">
              <a:ext uri="{FF2B5EF4-FFF2-40B4-BE49-F238E27FC236}">
                <a16:creationId xmlns:a16="http://schemas.microsoft.com/office/drawing/2014/main" id="{644AD168-32D8-4483-9402-F302D7FCCAD0}"/>
              </a:ext>
            </a:extLst>
          </p:cNvPr>
          <p:cNvSpPr>
            <a:spLocks xmlns:a="http://schemas.openxmlformats.org/drawingml/2006/main" noGrp="1"/>
          </p:cNvSpPr>
          <p:nvPr/>
        </p:nvSpPr>
        <p:spPr>
          <a:xfrm xmlns:a="http://schemas.openxmlformats.org/drawingml/2006/main">
            <a:off x="552450" y="1924050"/>
            <a:ext cx="3028950" cy="285750"/>
          </a:xfrm>
          <a:prstGeom xmlns:a="http://schemas.openxmlformats.org/drawingml/2006/main" prst="rect">
            <a:avLst/>
          </a:prstGeom>
          <a:solidFill xmlns:a="http://schemas.openxmlformats.org/drawingml/2006/main">
            <a:srgbClr val="EAF0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EF7EACD-4EF4-45BB-8A1B-2627BF82DF72}"/>
              </a:ext>
            </a:extLst>
          </p:cNvPr>
          <p:cNvSpPr>
            <a:spLocks xmlns:a="http://schemas.openxmlformats.org/drawingml/2006/main" noGrp="1"/>
          </p:cNvSpPr>
          <p:nvPr/>
        </p:nvSpPr>
        <p:spPr>
          <a:xfrm xmlns:a="http://schemas.openxmlformats.org/drawingml/2006/main">
            <a:off x="666750" y="1990725"/>
            <a:ext cx="2800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2D5FF4"/>
                </a:solidFill>
                <a:latin typeface="Calibri"/>
                <a:ea typeface="Calibri"/>
                <a:cs typeface="Calibri"/>
              </a:defRPr>
            </a:defPPr>
          </a:lstStyle>
          <a:p xmlns:a="http://schemas.openxmlformats.org/drawingml/2006/main">
            <a:pPr algn="ctr">
              <a:defRPr sz="975" b="1">
                <a:solidFill>
                  <a:srgbClr val="2D5FF4"/>
                </a:solidFill>
                <a:latin typeface="Calibri"/>
                <a:ea typeface="Calibri"/>
                <a:cs typeface="Calibri"/>
              </a:defRPr>
            </a:pPr>
            <a:r>
              <a:rPr sz="975" b="1">
                <a:solidFill>
                  <a:srgbClr val="2D5FF4"/>
                </a:solidFill>
                <a:latin typeface="Calibri"/>
                <a:ea typeface="Calibri"/>
                <a:cs typeface="Calibri"/>
              </a:rPr>
              <a:t>SOURCE-BASED DRAFT · NOT APPROVED</a:t>
            </a:r>
          </a:p>
        </p:txBody>
      </p:sp>
      <p:sp>
        <p:nvSpPr>
          <p:cNvPr id="9" name="">
            <a:extLst xmlns:a="http://schemas.openxmlformats.org/drawingml/2006/main">
              <a:ext uri="{FF2B5EF4-FFF2-40B4-BE49-F238E27FC236}">
                <a16:creationId xmlns:a16="http://schemas.microsoft.com/office/drawing/2014/main" id="{2A11FED4-D902-46FD-9D53-56E271012ABA}"/>
              </a:ext>
            </a:extLst>
          </p:cNvPr>
          <p:cNvSpPr>
            <a:spLocks xmlns:a="http://schemas.openxmlformats.org/drawingml/2006/main" noGrp="1"/>
          </p:cNvSpPr>
          <p:nvPr/>
        </p:nvSpPr>
        <p:spPr>
          <a:xfrm xmlns:a="http://schemas.openxmlformats.org/drawingml/2006/main">
            <a:off x="552450" y="2438400"/>
            <a:ext cx="11087100" cy="3162300"/>
          </a:xfrm>
          <a:prstGeom xmlns:a="http://schemas.openxmlformats.org/drawingml/2006/main" prst="rect">
            <a:avLst/>
          </a:prstGeom>
          <a:solidFill xmlns:a="http://schemas.openxmlformats.org/drawingml/2006/main">
            <a:srgbClr val="FFFFFF"/>
          </a:solidFill>
          <a:ln xmlns:a="http://schemas.openxmlformats.org/drawingml/2006/main" w="9525">
            <a:solidFill>
              <a:srgbClr val="D6DFEC"/>
            </a:solidFill>
            <a:prstDash val="solid"/>
          </a:ln>
        </p:spPr>
      </p:sp>
      <p:sp>
        <p:nvSpPr>
          <p:cNvPr id="10" name="">
            <a:extLst xmlns:a="http://schemas.openxmlformats.org/drawingml/2006/main">
              <a:ext uri="{FF2B5EF4-FFF2-40B4-BE49-F238E27FC236}">
                <a16:creationId xmlns:a16="http://schemas.microsoft.com/office/drawing/2014/main" id="{1D3417E9-AFE0-4273-918D-D6BAAD0E762D}"/>
              </a:ext>
            </a:extLst>
          </p:cNvPr>
          <p:cNvSpPr>
            <a:spLocks xmlns:a="http://schemas.openxmlformats.org/drawingml/2006/main" noGrp="1"/>
          </p:cNvSpPr>
          <p:nvPr/>
        </p:nvSpPr>
        <p:spPr>
          <a:xfrm xmlns:a="http://schemas.openxmlformats.org/drawingml/2006/main">
            <a:off x="552450" y="2438400"/>
            <a:ext cx="1790700" cy="3162300"/>
          </a:xfrm>
          <a:prstGeom xmlns:a="http://schemas.openxmlformats.org/drawingml/2006/main" prst="rect">
            <a:avLst/>
          </a:prstGeom>
          <a:solidFill xmlns:a="http://schemas.openxmlformats.org/drawingml/2006/main">
            <a:srgbClr val="EEF2F7"/>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76921CD-E636-4D7A-A1BD-F7951D7DCA2E}"/>
              </a:ext>
            </a:extLst>
          </p:cNvPr>
          <p:cNvSpPr>
            <a:spLocks xmlns:a="http://schemas.openxmlformats.org/drawingml/2006/main" noGrp="1"/>
          </p:cNvSpPr>
          <p:nvPr/>
        </p:nvSpPr>
        <p:spPr>
          <a:xfrm xmlns:a="http://schemas.openxmlformats.org/drawingml/2006/main">
            <a:off x="781050" y="2686050"/>
            <a:ext cx="857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172131"/>
                </a:solidFill>
                <a:latin typeface="Calibri"/>
                <a:ea typeface="Calibri"/>
                <a:cs typeface="Calibri"/>
              </a:defRPr>
            </a:defPPr>
          </a:lstStyle>
          <a:p xmlns:a="http://schemas.openxmlformats.org/drawingml/2006/main">
            <a:pPr algn="l">
              <a:defRPr sz="1800" b="1">
                <a:solidFill>
                  <a:srgbClr val="172131"/>
                </a:solidFill>
                <a:latin typeface="Calibri"/>
                <a:ea typeface="Calibri"/>
                <a:cs typeface="Calibri"/>
              </a:defRPr>
            </a:pPr>
            <a:r>
              <a:rPr sz="1800" b="1">
                <a:solidFill>
                  <a:srgbClr val="172131"/>
                </a:solidFill>
                <a:latin typeface="Calibri"/>
                <a:ea typeface="Calibri"/>
                <a:cs typeface="Calibri"/>
              </a:rPr>
              <a:t>FWD</a:t>
            </a:r>
          </a:p>
        </p:txBody>
      </p:sp>
      <p:sp>
        <p:nvSpPr>
          <p:cNvPr id="12" name="">
            <a:extLst xmlns:a="http://schemas.openxmlformats.org/drawingml/2006/main">
              <a:ext uri="{FF2B5EF4-FFF2-40B4-BE49-F238E27FC236}">
                <a16:creationId xmlns:a16="http://schemas.microsoft.com/office/drawing/2014/main" id="{D715F1CF-76E8-4D21-8A75-11C57E3CC24B}"/>
              </a:ext>
            </a:extLst>
          </p:cNvPr>
          <p:cNvSpPr>
            <a:spLocks xmlns:a="http://schemas.openxmlformats.org/drawingml/2006/main" noGrp="1"/>
          </p:cNvSpPr>
          <p:nvPr/>
        </p:nvSpPr>
        <p:spPr>
          <a:xfrm xmlns:a="http://schemas.openxmlformats.org/drawingml/2006/main">
            <a:off x="781050" y="3390900"/>
            <a:ext cx="1238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72131"/>
                </a:solidFill>
                <a:latin typeface="Calibri"/>
                <a:ea typeface="Calibri"/>
                <a:cs typeface="Calibri"/>
              </a:defRPr>
            </a:defPPr>
          </a:lstStyle>
          <a:p xmlns:a="http://schemas.openxmlformats.org/drawingml/2006/main">
            <a:pPr algn="l">
              <a:defRPr sz="1500" b="1">
                <a:solidFill>
                  <a:srgbClr val="172131"/>
                </a:solidFill>
                <a:latin typeface="Calibri"/>
                <a:ea typeface="Calibri"/>
                <a:cs typeface="Calibri"/>
              </a:defRPr>
            </a:pPr>
            <a:r>
              <a:rPr sz="1500" b="1">
                <a:solidFill>
                  <a:srgbClr val="172131"/>
                </a:solidFill>
                <a:latin typeface="Calibri"/>
                <a:ea typeface="Calibri"/>
                <a:cs typeface="Calibri"/>
              </a:rPr>
              <a:t>Review</a:t>
            </a:r>
          </a:p>
          <a:p xmlns:a="http://schemas.openxmlformats.org/drawingml/2006/main">
            <a:pPr algn="l">
              <a:defRPr sz="1500" b="1">
                <a:solidFill>
                  <a:srgbClr val="172131"/>
                </a:solidFill>
                <a:latin typeface="Calibri"/>
                <a:ea typeface="Calibri"/>
                <a:cs typeface="Calibri"/>
              </a:defRPr>
            </a:pPr>
            <a:r>
              <a:rPr sz="1500" b="1">
                <a:solidFill>
                  <a:srgbClr val="172131"/>
                </a:solidFill>
                <a:latin typeface="Calibri"/>
                <a:ea typeface="Calibri"/>
                <a:cs typeface="Calibri"/>
              </a:rPr>
              <a:t>workspace</a:t>
            </a:r>
          </a:p>
        </p:txBody>
      </p:sp>
      <p:sp>
        <p:nvSpPr>
          <p:cNvPr id="13" name="">
            <a:extLst xmlns:a="http://schemas.openxmlformats.org/drawingml/2006/main">
              <a:ext uri="{FF2B5EF4-FFF2-40B4-BE49-F238E27FC236}">
                <a16:creationId xmlns:a16="http://schemas.microsoft.com/office/drawing/2014/main" id="{EA9CA702-37F9-463A-B796-46377542E9B6}"/>
              </a:ext>
            </a:extLst>
          </p:cNvPr>
          <p:cNvSpPr>
            <a:spLocks xmlns:a="http://schemas.openxmlformats.org/drawingml/2006/main" noGrp="1"/>
          </p:cNvSpPr>
          <p:nvPr/>
        </p:nvSpPr>
        <p:spPr>
          <a:xfrm xmlns:a="http://schemas.openxmlformats.org/drawingml/2006/main">
            <a:off x="781050" y="4276725"/>
            <a:ext cx="1238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B6B82"/>
                </a:solidFill>
                <a:latin typeface="Calibri"/>
                <a:ea typeface="Calibri"/>
                <a:cs typeface="Calibri"/>
              </a:defRPr>
            </a:defPPr>
          </a:lstStyle>
          <a:p xmlns:a="http://schemas.openxmlformats.org/drawingml/2006/main">
            <a:pPr algn="l">
              <a:defRPr sz="1200" b="0">
                <a:solidFill>
                  <a:srgbClr val="5B6B82"/>
                </a:solidFill>
                <a:latin typeface="Calibri"/>
                <a:ea typeface="Calibri"/>
                <a:cs typeface="Calibri"/>
              </a:defRPr>
            </a:pPr>
            <a:r>
              <a:rPr sz="1200" b="0">
                <a:solidFill>
                  <a:srgbClr val="5B6B82"/>
                </a:solidFill>
                <a:latin typeface="Calibri"/>
                <a:ea typeface="Calibri"/>
                <a:cs typeface="Calibri"/>
              </a:rPr>
              <a:t>Evidence</a:t>
            </a:r>
          </a:p>
          <a:p xmlns:a="http://schemas.openxmlformats.org/drawingml/2006/main">
            <a:pPr algn="l">
              <a:defRPr sz="1200" b="0">
                <a:solidFill>
                  <a:srgbClr val="5B6B82"/>
                </a:solidFill>
                <a:latin typeface="Calibri"/>
                <a:ea typeface="Calibri"/>
                <a:cs typeface="Calibri"/>
              </a:defRPr>
            </a:pPr>
            <a:r>
              <a:rPr sz="1200" b="0">
                <a:solidFill>
                  <a:srgbClr val="5B6B82"/>
                </a:solidFill>
                <a:latin typeface="Calibri"/>
                <a:ea typeface="Calibri"/>
                <a:cs typeface="Calibri"/>
              </a:rPr>
              <a:t>Requirements</a:t>
            </a:r>
          </a:p>
          <a:p xmlns:a="http://schemas.openxmlformats.org/drawingml/2006/main">
            <a:pPr algn="l">
              <a:defRPr sz="1200" b="0">
                <a:solidFill>
                  <a:srgbClr val="5B6B82"/>
                </a:solidFill>
                <a:latin typeface="Calibri"/>
                <a:ea typeface="Calibri"/>
                <a:cs typeface="Calibri"/>
              </a:defRPr>
            </a:pPr>
            <a:r>
              <a:rPr sz="1200" b="0">
                <a:solidFill>
                  <a:srgbClr val="5B6B82"/>
                </a:solidFill>
                <a:latin typeface="Calibri"/>
                <a:ea typeface="Calibri"/>
                <a:cs typeface="Calibri"/>
              </a:rPr>
              <a:t>Versions</a:t>
            </a:r>
          </a:p>
        </p:txBody>
      </p:sp>
      <p:sp>
        <p:nvSpPr>
          <p:cNvPr id="14" name="">
            <a:extLst xmlns:a="http://schemas.openxmlformats.org/drawingml/2006/main">
              <a:ext uri="{FF2B5EF4-FFF2-40B4-BE49-F238E27FC236}">
                <a16:creationId xmlns:a16="http://schemas.microsoft.com/office/drawing/2014/main" id="{0F485C2D-1E55-4F98-A27A-47733C11858C}"/>
              </a:ext>
            </a:extLst>
          </p:cNvPr>
          <p:cNvSpPr>
            <a:spLocks xmlns:a="http://schemas.openxmlformats.org/drawingml/2006/main" noGrp="1"/>
          </p:cNvSpPr>
          <p:nvPr/>
        </p:nvSpPr>
        <p:spPr>
          <a:xfrm xmlns:a="http://schemas.openxmlformats.org/drawingml/2006/main">
            <a:off x="2628900" y="2724150"/>
            <a:ext cx="1809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2D5FF4"/>
                </a:solidFill>
                <a:latin typeface="Calibri"/>
                <a:ea typeface="Calibri"/>
                <a:cs typeface="Calibri"/>
              </a:defRPr>
            </a:defPPr>
          </a:lstStyle>
          <a:p xmlns:a="http://schemas.openxmlformats.org/drawingml/2006/main">
            <a:pPr algn="l">
              <a:defRPr sz="900" b="1">
                <a:solidFill>
                  <a:srgbClr val="2D5FF4"/>
                </a:solidFill>
                <a:latin typeface="Calibri"/>
                <a:ea typeface="Calibri"/>
                <a:cs typeface="Calibri"/>
              </a:defRPr>
            </a:pPr>
            <a:r>
              <a:rPr sz="900" b="1">
                <a:solidFill>
                  <a:srgbClr val="2D5FF4"/>
                </a:solidFill>
                <a:latin typeface="Calibri"/>
                <a:ea typeface="Calibri"/>
                <a:cs typeface="Calibri"/>
              </a:rPr>
              <a:t>REQ-DRAFT-01</a:t>
            </a:r>
          </a:p>
        </p:txBody>
      </p:sp>
      <p:sp>
        <p:nvSpPr>
          <p:cNvPr id="15" name="">
            <a:extLst xmlns:a="http://schemas.openxmlformats.org/drawingml/2006/main">
              <a:ext uri="{FF2B5EF4-FFF2-40B4-BE49-F238E27FC236}">
                <a16:creationId xmlns:a16="http://schemas.microsoft.com/office/drawing/2014/main" id="{8EF738E6-05B9-4C5C-BC0D-07ECCE8E3FBD}"/>
              </a:ext>
            </a:extLst>
          </p:cNvPr>
          <p:cNvSpPr>
            <a:spLocks xmlns:a="http://schemas.openxmlformats.org/drawingml/2006/main" noGrp="1"/>
          </p:cNvSpPr>
          <p:nvPr/>
        </p:nvSpPr>
        <p:spPr>
          <a:xfrm xmlns:a="http://schemas.openxmlformats.org/drawingml/2006/main">
            <a:off x="2628900" y="3105150"/>
            <a:ext cx="5429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a:solidFill>
                  <a:srgbClr val="172131"/>
                </a:solidFill>
                <a:latin typeface="Calibri"/>
                <a:ea typeface="Calibri"/>
                <a:cs typeface="Calibri"/>
              </a:defRPr>
            </a:defPPr>
          </a:lstStyle>
          <a:p xmlns:a="http://schemas.openxmlformats.org/drawingml/2006/main">
            <a:pPr algn="l">
              <a:defRPr sz="2025" b="1">
                <a:solidFill>
                  <a:srgbClr val="172131"/>
                </a:solidFill>
                <a:latin typeface="Calibri"/>
                <a:ea typeface="Calibri"/>
                <a:cs typeface="Calibri"/>
              </a:defRPr>
            </a:pPr>
            <a:r>
              <a:rPr sz="2025" b="1">
                <a:solidFill>
                  <a:srgbClr val="172131"/>
                </a:solidFill>
                <a:latin typeface="Calibri"/>
                <a:ea typeface="Calibri"/>
                <a:cs typeface="Calibri"/>
              </a:rPr>
              <a:t>Drivers can reach frequently used functions through clear, consistent paths with fewer steps.</a:t>
            </a:r>
          </a:p>
        </p:txBody>
      </p:sp>
      <p:sp>
        <p:nvSpPr>
          <p:cNvPr id="16" name="">
            <a:extLst xmlns:a="http://schemas.openxmlformats.org/drawingml/2006/main">
              <a:ext uri="{FF2B5EF4-FFF2-40B4-BE49-F238E27FC236}">
                <a16:creationId xmlns:a16="http://schemas.microsoft.com/office/drawing/2014/main" id="{FAB96F9A-DB5F-4023-8582-690F08EE8893}"/>
              </a:ext>
            </a:extLst>
          </p:cNvPr>
          <p:cNvSpPr>
            <a:spLocks xmlns:a="http://schemas.openxmlformats.org/drawingml/2006/main" noGrp="1"/>
          </p:cNvSpPr>
          <p:nvPr/>
        </p:nvSpPr>
        <p:spPr>
          <a:xfrm xmlns:a="http://schemas.openxmlformats.org/drawingml/2006/main">
            <a:off x="2628900" y="436245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2D5FF4"/>
                </a:solidFill>
                <a:latin typeface="Calibri"/>
                <a:ea typeface="Calibri"/>
                <a:cs typeface="Calibri"/>
              </a:defRPr>
            </a:defPPr>
          </a:lstStyle>
          <a:p xmlns:a="http://schemas.openxmlformats.org/drawingml/2006/main">
            <a:pPr algn="l">
              <a:defRPr sz="1050" b="1">
                <a:solidFill>
                  <a:srgbClr val="2D5FF4"/>
                </a:solidFill>
                <a:latin typeface="Calibri"/>
                <a:ea typeface="Calibri"/>
                <a:cs typeface="Calibri"/>
              </a:defRPr>
            </a:pPr>
            <a:r>
              <a:rPr sz="1050" b="1">
                <a:solidFill>
                  <a:srgbClr val="2D5FF4"/>
                </a:solidFill>
                <a:latin typeface="Calibri"/>
                <a:ea typeface="Calibri"/>
                <a:cs typeface="Calibri"/>
              </a:rPr>
              <a:t>Evidence</a:t>
            </a:r>
          </a:p>
        </p:txBody>
      </p:sp>
      <p:sp>
        <p:nvSpPr>
          <p:cNvPr id="17" name="">
            <a:extLst xmlns:a="http://schemas.openxmlformats.org/drawingml/2006/main">
              <a:ext uri="{FF2B5EF4-FFF2-40B4-BE49-F238E27FC236}">
                <a16:creationId xmlns:a16="http://schemas.microsoft.com/office/drawing/2014/main" id="{B0E7A409-E987-47CB-A4F4-8E234C493A0A}"/>
              </a:ext>
            </a:extLst>
          </p:cNvPr>
          <p:cNvSpPr>
            <a:spLocks xmlns:a="http://schemas.openxmlformats.org/drawingml/2006/main" noGrp="1"/>
          </p:cNvSpPr>
          <p:nvPr/>
        </p:nvSpPr>
        <p:spPr>
          <a:xfrm xmlns:a="http://schemas.openxmlformats.org/drawingml/2006/main">
            <a:off x="2628900" y="4648200"/>
            <a:ext cx="304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B6B82"/>
                </a:solidFill>
                <a:latin typeface="Calibri"/>
                <a:ea typeface="Calibri"/>
                <a:cs typeface="Calibri"/>
              </a:defRPr>
            </a:defPPr>
          </a:lstStyle>
          <a:p xmlns:a="http://schemas.openxmlformats.org/drawingml/2006/main">
            <a:pPr algn="l">
              <a:defRPr sz="1200" b="0">
                <a:solidFill>
                  <a:srgbClr val="5B6B82"/>
                </a:solidFill>
                <a:latin typeface="Calibri"/>
                <a:ea typeface="Calibri"/>
                <a:cs typeface="Calibri"/>
              </a:defRPr>
            </a:pPr>
            <a:r>
              <a:rPr sz="1200" b="0">
                <a:solidFill>
                  <a:srgbClr val="5B6B82"/>
                </a:solidFill>
                <a:latin typeface="Calibri"/>
                <a:ea typeface="Calibri"/>
                <a:cs typeface="Calibri"/>
              </a:rPr>
              <a:t>G60-0248 · row 313</a:t>
            </a:r>
          </a:p>
          <a:p xmlns:a="http://schemas.openxmlformats.org/drawingml/2006/main">
            <a:pPr algn="l">
              <a:defRPr sz="1200" b="0">
                <a:solidFill>
                  <a:srgbClr val="5B6B82"/>
                </a:solidFill>
                <a:latin typeface="Calibri"/>
                <a:ea typeface="Calibri"/>
                <a:cs typeface="Calibri"/>
              </a:defRPr>
            </a:pPr>
            <a:r>
              <a:rPr sz="1200" b="0">
                <a:solidFill>
                  <a:srgbClr val="5B6B82"/>
                </a:solidFill>
                <a:latin typeface="Calibri"/>
                <a:ea typeface="Calibri"/>
                <a:cs typeface="Calibri"/>
              </a:rPr>
              <a:t>G60-0635 · row 797</a:t>
            </a:r>
          </a:p>
        </p:txBody>
      </p:sp>
      <p:sp>
        <p:nvSpPr>
          <p:cNvPr id="18" name="">
            <a:extLst xmlns:a="http://schemas.openxmlformats.org/drawingml/2006/main">
              <a:ext uri="{FF2B5EF4-FFF2-40B4-BE49-F238E27FC236}">
                <a16:creationId xmlns:a16="http://schemas.microsoft.com/office/drawing/2014/main" id="{6F4A0EAE-8E85-4B90-BCEA-B1AD25844216}"/>
              </a:ext>
            </a:extLst>
          </p:cNvPr>
          <p:cNvSpPr>
            <a:spLocks xmlns:a="http://schemas.openxmlformats.org/drawingml/2006/main" noGrp="1"/>
          </p:cNvSpPr>
          <p:nvPr/>
        </p:nvSpPr>
        <p:spPr>
          <a:xfrm xmlns:a="http://schemas.openxmlformats.org/drawingml/2006/main">
            <a:off x="8191500" y="2724150"/>
            <a:ext cx="9525" cy="2476500"/>
          </a:xfrm>
          <a:prstGeom xmlns:a="http://schemas.openxmlformats.org/drawingml/2006/main" prst="rect">
            <a:avLst/>
          </a:prstGeom>
          <a:solidFill xmlns:a="http://schemas.openxmlformats.org/drawingml/2006/main">
            <a:srgbClr val="D6DFEC"/>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06659B8A-D4C5-4477-9FFF-54A580077F93}"/>
              </a:ext>
            </a:extLst>
          </p:cNvPr>
          <p:cNvSpPr>
            <a:spLocks xmlns:a="http://schemas.openxmlformats.org/drawingml/2006/main" noGrp="1"/>
          </p:cNvSpPr>
          <p:nvPr/>
        </p:nvSpPr>
        <p:spPr>
          <a:xfrm xmlns:a="http://schemas.openxmlformats.org/drawingml/2006/main">
            <a:off x="8572500" y="2800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2D5FF4"/>
                </a:solidFill>
                <a:latin typeface="Calibri"/>
                <a:ea typeface="Calibri"/>
                <a:cs typeface="Calibri"/>
              </a:defRPr>
            </a:defPPr>
          </a:lstStyle>
          <a:p xmlns:a="http://schemas.openxmlformats.org/drawingml/2006/main">
            <a:pPr algn="l">
              <a:defRPr sz="900" b="1">
                <a:solidFill>
                  <a:srgbClr val="2D5FF4"/>
                </a:solidFill>
                <a:latin typeface="Calibri"/>
                <a:ea typeface="Calibri"/>
                <a:cs typeface="Calibri"/>
              </a:defRPr>
            </a:pPr>
            <a:r>
              <a:rPr sz="900" b="1">
                <a:solidFill>
                  <a:srgbClr val="2D5FF4"/>
                </a:solidFill>
                <a:latin typeface="Calibri"/>
                <a:ea typeface="Calibri"/>
                <a:cs typeface="Calibri"/>
              </a:rPr>
              <a:t>SCOPE</a:t>
            </a:r>
          </a:p>
        </p:txBody>
      </p:sp>
      <p:sp>
        <p:nvSpPr>
          <p:cNvPr id="20" name="">
            <a:extLst xmlns:a="http://schemas.openxmlformats.org/drawingml/2006/main">
              <a:ext uri="{FF2B5EF4-FFF2-40B4-BE49-F238E27FC236}">
                <a16:creationId xmlns:a16="http://schemas.microsoft.com/office/drawing/2014/main" id="{71A5E463-37C3-4EBF-96CF-1C0EE50828E4}"/>
              </a:ext>
            </a:extLst>
          </p:cNvPr>
          <p:cNvSpPr>
            <a:spLocks xmlns:a="http://schemas.openxmlformats.org/drawingml/2006/main" noGrp="1"/>
          </p:cNvSpPr>
          <p:nvPr/>
        </p:nvSpPr>
        <p:spPr>
          <a:xfrm xmlns:a="http://schemas.openxmlformats.org/drawingml/2006/main">
            <a:off x="8572500" y="3143250"/>
            <a:ext cx="2571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72131"/>
                </a:solidFill>
                <a:latin typeface="Calibri"/>
                <a:ea typeface="Calibri"/>
                <a:cs typeface="Calibri"/>
              </a:defRPr>
            </a:defPPr>
          </a:lstStyle>
          <a:p xmlns:a="http://schemas.openxmlformats.org/drawingml/2006/main">
            <a:pPr algn="l">
              <a:defRPr sz="1575" b="1">
                <a:solidFill>
                  <a:srgbClr val="172131"/>
                </a:solidFill>
                <a:latin typeface="Calibri"/>
                <a:ea typeface="Calibri"/>
                <a:cs typeface="Calibri"/>
              </a:defRPr>
            </a:pPr>
            <a:r>
              <a:rPr sz="1575" b="1">
                <a:solidFill>
                  <a:srgbClr val="172131"/>
                </a:solidFill>
                <a:latin typeface="Calibri"/>
                <a:ea typeface="Calibri"/>
                <a:cs typeface="Calibri"/>
              </a:rPr>
              <a:t>BMW 5 Series G60</a:t>
            </a:r>
          </a:p>
          <a:p xmlns:a="http://schemas.openxmlformats.org/drawingml/2006/main">
            <a:pPr algn="l">
              <a:defRPr sz="1575" b="1">
                <a:solidFill>
                  <a:srgbClr val="172131"/>
                </a:solidFill>
                <a:latin typeface="Calibri"/>
                <a:ea typeface="Calibri"/>
                <a:cs typeface="Calibri"/>
              </a:defRPr>
            </a:pPr>
            <a:r>
              <a:rPr sz="1575" b="1">
                <a:solidFill>
                  <a:srgbClr val="172131"/>
                </a:solidFill>
                <a:latin typeface="Calibri"/>
                <a:ea typeface="Calibri"/>
                <a:cs typeface="Calibri"/>
              </a:rPr>
              <a:t>US feedback records</a:t>
            </a:r>
          </a:p>
        </p:txBody>
      </p:sp>
      <p:sp>
        <p:nvSpPr>
          <p:cNvPr id="21" name="">
            <a:extLst xmlns:a="http://schemas.openxmlformats.org/drawingml/2006/main">
              <a:ext uri="{FF2B5EF4-FFF2-40B4-BE49-F238E27FC236}">
                <a16:creationId xmlns:a16="http://schemas.microsoft.com/office/drawing/2014/main" id="{E9192906-C1E7-423B-B23E-6B25D57DDADC}"/>
              </a:ext>
            </a:extLst>
          </p:cNvPr>
          <p:cNvSpPr>
            <a:spLocks xmlns:a="http://schemas.openxmlformats.org/drawingml/2006/main" noGrp="1"/>
          </p:cNvSpPr>
          <p:nvPr/>
        </p:nvSpPr>
        <p:spPr>
          <a:xfrm xmlns:a="http://schemas.openxmlformats.org/drawingml/2006/main">
            <a:off x="8572500" y="3971925"/>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2D5FF4"/>
                </a:solidFill>
                <a:latin typeface="Calibri"/>
                <a:ea typeface="Calibri"/>
                <a:cs typeface="Calibri"/>
              </a:defRPr>
            </a:defPPr>
          </a:lstStyle>
          <a:p xmlns:a="http://schemas.openxmlformats.org/drawingml/2006/main">
            <a:pPr algn="l">
              <a:defRPr sz="900" b="1">
                <a:solidFill>
                  <a:srgbClr val="2D5FF4"/>
                </a:solidFill>
                <a:latin typeface="Calibri"/>
                <a:ea typeface="Calibri"/>
                <a:cs typeface="Calibri"/>
              </a:defRPr>
            </a:pPr>
            <a:r>
              <a:rPr sz="900" b="1">
                <a:solidFill>
                  <a:srgbClr val="2D5FF4"/>
                </a:solidFill>
                <a:latin typeface="Calibri"/>
                <a:ea typeface="Calibri"/>
                <a:cs typeface="Calibri"/>
              </a:rPr>
              <a:t>OPEN CHECKS</a:t>
            </a:r>
          </a:p>
        </p:txBody>
      </p:sp>
      <p:sp>
        <p:nvSpPr>
          <p:cNvPr id="22" name="">
            <a:extLst xmlns:a="http://schemas.openxmlformats.org/drawingml/2006/main">
              <a:ext uri="{FF2B5EF4-FFF2-40B4-BE49-F238E27FC236}">
                <a16:creationId xmlns:a16="http://schemas.microsoft.com/office/drawing/2014/main" id="{2FB7D83A-DEB1-4CD9-BC19-890FDE4F3C4B}"/>
              </a:ext>
            </a:extLst>
          </p:cNvPr>
          <p:cNvSpPr>
            <a:spLocks xmlns:a="http://schemas.openxmlformats.org/drawingml/2006/main" noGrp="1"/>
          </p:cNvSpPr>
          <p:nvPr/>
        </p:nvSpPr>
        <p:spPr>
          <a:xfrm xmlns:a="http://schemas.openxmlformats.org/drawingml/2006/main">
            <a:off x="8572500" y="4295775"/>
            <a:ext cx="2571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B6B82"/>
                </a:solidFill>
                <a:latin typeface="Calibri"/>
                <a:ea typeface="Calibri"/>
                <a:cs typeface="Calibri"/>
              </a:defRPr>
            </a:defPPr>
          </a:lstStyle>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Exact trim, current feature baseline, reach and successor relevance.</a:t>
            </a:r>
          </a:p>
        </p:txBody>
      </p:sp>
      <p:sp>
        <p:nvSpPr>
          <p:cNvPr id="23" name="">
            <a:extLst xmlns:a="http://schemas.openxmlformats.org/drawingml/2006/main">
              <a:ext uri="{FF2B5EF4-FFF2-40B4-BE49-F238E27FC236}">
                <a16:creationId xmlns:a16="http://schemas.microsoft.com/office/drawing/2014/main" id="{636E62F9-F0AC-4664-8202-DE7E3F4261B6}"/>
              </a:ext>
            </a:extLst>
          </p:cNvPr>
          <p:cNvSpPr>
            <a:spLocks xmlns:a="http://schemas.openxmlformats.org/drawingml/2006/main" noGrp="1"/>
          </p:cNvSpPr>
          <p:nvPr/>
        </p:nvSpPr>
        <p:spPr>
          <a:xfrm xmlns:a="http://schemas.openxmlformats.org/drawingml/2006/main">
            <a:off x="8572500" y="5105400"/>
            <a:ext cx="2724150" cy="285750"/>
          </a:xfrm>
          <a:prstGeom xmlns:a="http://schemas.openxmlformats.org/drawingml/2006/main" prst="rect">
            <a:avLst/>
          </a:prstGeom>
          <a:solidFill xmlns:a="http://schemas.openxmlformats.org/drawingml/2006/main">
            <a:srgbClr val="EAF0FF"/>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9B01BDFB-CFD2-4E32-96CB-CE4098ACB831}"/>
              </a:ext>
            </a:extLst>
          </p:cNvPr>
          <p:cNvSpPr>
            <a:spLocks xmlns:a="http://schemas.openxmlformats.org/drawingml/2006/main" noGrp="1"/>
          </p:cNvSpPr>
          <p:nvPr/>
        </p:nvSpPr>
        <p:spPr>
          <a:xfrm xmlns:a="http://schemas.openxmlformats.org/drawingml/2006/main">
            <a:off x="8686800" y="5172075"/>
            <a:ext cx="2495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981"/>
          </a:bodyPr>
          <a:lstStyle xmlns:a="http://schemas.openxmlformats.org/drawingml/2006/main">
            <a:defPPr algn="ctr">
              <a:defRPr sz="975" b="1">
                <a:solidFill>
                  <a:srgbClr val="2D5FF4"/>
                </a:solidFill>
                <a:latin typeface="Calibri"/>
                <a:ea typeface="Calibri"/>
                <a:cs typeface="Calibri"/>
              </a:defRPr>
            </a:defPPr>
          </a:lstStyle>
          <a:p xmlns:a="http://schemas.openxmlformats.org/drawingml/2006/main">
            <a:pPr algn="ctr">
              <a:defRPr sz="975" b="1">
                <a:solidFill>
                  <a:srgbClr val="2D5FF4"/>
                </a:solidFill>
                <a:latin typeface="Calibri"/>
                <a:ea typeface="Calibri"/>
                <a:cs typeface="Calibri"/>
              </a:defRPr>
            </a:pPr>
            <a:r>
              <a:rPr sz="975" b="1">
                <a:solidFill>
                  <a:srgbClr val="2D5FF4"/>
                </a:solidFill>
                <a:latin typeface="Calibri"/>
                <a:ea typeface="Calibri"/>
                <a:cs typeface="Calibri"/>
              </a:rPr>
              <a:t>PROPOSED WORDING · NEEDS PM REVIEW</a:t>
            </a:r>
          </a:p>
        </p:txBody>
      </p:sp>
      <p:sp>
        <p:nvSpPr>
          <p:cNvPr id="25" name="">
            <a:extLst xmlns:a="http://schemas.openxmlformats.org/drawingml/2006/main">
              <a:ext uri="{FF2B5EF4-FFF2-40B4-BE49-F238E27FC236}">
                <a16:creationId xmlns:a16="http://schemas.microsoft.com/office/drawing/2014/main" id="{4D47DE32-1628-493C-A96D-CE01E9FFE19B}"/>
              </a:ext>
            </a:extLst>
          </p:cNvPr>
          <p:cNvSpPr>
            <a:spLocks xmlns:a="http://schemas.openxmlformats.org/drawingml/2006/main" noGrp="1"/>
          </p:cNvSpPr>
          <p:nvPr/>
        </p:nvSpPr>
        <p:spPr>
          <a:xfrm xmlns:a="http://schemas.openxmlformats.org/drawingml/2006/main">
            <a:off x="2628900" y="52768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B6B82"/>
                </a:solidFill>
                <a:latin typeface="Calibri"/>
                <a:ea typeface="Calibri"/>
                <a:cs typeface="Calibri"/>
              </a:defRPr>
            </a:defPPr>
          </a:lstStyle>
          <a:p xmlns:a="http://schemas.openxmlformats.org/drawingml/2006/main">
            <a:pPr algn="l">
              <a:defRPr sz="1050" b="0">
                <a:solidFill>
                  <a:srgbClr val="5B6B82"/>
                </a:solidFill>
                <a:latin typeface="Calibri"/>
                <a:ea typeface="Calibri"/>
                <a:cs typeface="Calibri"/>
              </a:defRPr>
            </a:pPr>
            <a:r>
              <a:rPr sz="1050" b="0">
                <a:solidFill>
                  <a:srgbClr val="5B6B82"/>
                </a:solidFill>
                <a:latin typeface="Calibri"/>
                <a:ea typeface="Calibri"/>
                <a:cs typeface="Calibri"/>
              </a:rPr>
              <a:t>Two source examples. Not a prevalence estimate.</a:t>
            </a:r>
          </a:p>
        </p:txBody>
      </p:sp>
    </p:spTree>
    <p:extLst>
      <p:ext uri="{BB962C8B-B14F-4D97-AF65-F5344CB8AC3E}">
        <p14:creationId xmlns:p14="http://schemas.microsoft.com/office/powerpoint/2010/main" val="1356714313"/>
      </p:ext>
    </p:extLst>
  </p:cSld>
</p:sld>
</file>

<file path=ppt/slides/slide9.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0EEC7F4B-8077-4D4F-996F-348FE65792CB}"/>
              </a:ext>
            </a:extLst>
          </p:cNvPr>
          <p:cNvSpPr>
            <a:spLocks xmlns:a="http://schemas.openxmlformats.org/drawingml/2006/main" noGrp="1"/>
          </p:cNvSpPr>
          <p:nvPr/>
        </p:nvSpPr>
        <p:spPr>
          <a:xfrm xmlns:a="http://schemas.openxmlformats.org/drawingml/2006/main">
            <a:off x="514350" y="2286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72131"/>
                </a:solidFill>
                <a:latin typeface="Calibri"/>
                <a:ea typeface="Calibri"/>
                <a:cs typeface="Calibri"/>
              </a:defRPr>
            </a:defPPr>
          </a:lstStyle>
          <a:p xmlns:a="http://schemas.openxmlformats.org/drawingml/2006/main">
            <a:pPr algn="l">
              <a:defRPr sz="1500" b="1">
                <a:solidFill>
                  <a:srgbClr val="172131"/>
                </a:solidFill>
                <a:latin typeface="Calibri"/>
                <a:ea typeface="Calibri"/>
                <a:cs typeface="Calibri"/>
              </a:defRPr>
            </a:pPr>
            <a:r>
              <a:rPr sz="1500" b="1">
                <a:solidFill>
                  <a:srgbClr val="172131"/>
                </a:solidFill>
                <a:latin typeface="Calibri"/>
                <a:ea typeface="Calibri"/>
                <a:cs typeface="Calibri"/>
              </a:rPr>
              <a:t>FWD</a:t>
            </a:r>
          </a:p>
        </p:txBody>
      </p:sp>
      <p:sp>
        <p:nvSpPr>
          <p:cNvPr id="2" name="">
            <a:extLst xmlns:a="http://schemas.openxmlformats.org/drawingml/2006/main">
              <a:ext uri="{FF2B5EF4-FFF2-40B4-BE49-F238E27FC236}">
                <a16:creationId xmlns:a16="http://schemas.microsoft.com/office/drawing/2014/main" id="{E2BE8F68-77FC-465E-8CE3-C3ABF4422617}"/>
              </a:ext>
            </a:extLst>
          </p:cNvPr>
          <p:cNvSpPr>
            <a:spLocks xmlns:a="http://schemas.openxmlformats.org/drawingml/2006/main" noGrp="1"/>
          </p:cNvSpPr>
          <p:nvPr/>
        </p:nvSpPr>
        <p:spPr>
          <a:xfrm xmlns:a="http://schemas.openxmlformats.org/drawingml/2006/main">
            <a:off x="1066800" y="20955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D5FF4"/>
                </a:solidFill>
                <a:latin typeface="Calibri"/>
                <a:ea typeface="Calibri"/>
                <a:cs typeface="Calibri"/>
              </a:defRPr>
            </a:defPPr>
          </a:lstStyle>
          <a:p xmlns:a="http://schemas.openxmlformats.org/drawingml/2006/main">
            <a:pPr algn="l">
              <a:defRPr sz="1650" b="1">
                <a:solidFill>
                  <a:srgbClr val="2D5FF4"/>
                </a:solidFill>
                <a:latin typeface="Calibri"/>
                <a:ea typeface="Calibri"/>
                <a:cs typeface="Calibri"/>
              </a:defRPr>
            </a:pPr>
            <a:r>
              <a:rPr sz="1650" b="1">
                <a:solidFill>
                  <a:srgbClr val="2D5FF4"/>
                </a:solidFill>
                <a:latin typeface="Calibri"/>
                <a:ea typeface="Calibri"/>
                <a:cs typeface="Calibri"/>
              </a:rPr>
              <a:t>//</a:t>
            </a:r>
          </a:p>
        </p:txBody>
      </p:sp>
      <p:sp>
        <p:nvSpPr>
          <p:cNvPr id="3" name="">
            <a:extLst xmlns:a="http://schemas.openxmlformats.org/drawingml/2006/main">
              <a:ext uri="{FF2B5EF4-FFF2-40B4-BE49-F238E27FC236}">
                <a16:creationId xmlns:a16="http://schemas.microsoft.com/office/drawing/2014/main" id="{42C0BC65-4496-4954-BFA7-721055575AFB}"/>
              </a:ext>
            </a:extLst>
          </p:cNvPr>
          <p:cNvSpPr>
            <a:spLocks xmlns:a="http://schemas.openxmlformats.org/drawingml/2006/main" noGrp="1"/>
          </p:cNvSpPr>
          <p:nvPr/>
        </p:nvSpPr>
        <p:spPr>
          <a:xfrm xmlns:a="http://schemas.openxmlformats.org/drawingml/2006/main">
            <a:off x="1552575" y="266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B6B82"/>
                </a:solidFill>
                <a:latin typeface="Calibri"/>
                <a:ea typeface="Calibri"/>
                <a:cs typeface="Calibri"/>
              </a:defRPr>
            </a:defPPr>
          </a:lstStyle>
          <a:p xmlns:a="http://schemas.openxmlformats.org/drawingml/2006/main">
            <a:pPr algn="l">
              <a:defRPr sz="900" b="0">
                <a:solidFill>
                  <a:srgbClr val="5B6B82"/>
                </a:solidFill>
                <a:latin typeface="Calibri"/>
                <a:ea typeface="Calibri"/>
                <a:cs typeface="Calibri"/>
              </a:defRPr>
            </a:pPr>
            <a:r>
              <a:rPr sz="900" b="0">
                <a:solidFill>
                  <a:srgbClr val="5B6B82"/>
                </a:solidFill>
                <a:latin typeface="Calibri"/>
                <a:ea typeface="Calibri"/>
                <a:cs typeface="Calibri"/>
              </a:rPr>
              <a:t>VEHICLE REQUIREMENTS</a:t>
            </a:r>
          </a:p>
        </p:txBody>
      </p:sp>
      <p:sp>
        <p:nvSpPr>
          <p:cNvPr id="4" name="">
            <a:extLst xmlns:a="http://schemas.openxmlformats.org/drawingml/2006/main">
              <a:ext uri="{FF2B5EF4-FFF2-40B4-BE49-F238E27FC236}">
                <a16:creationId xmlns:a16="http://schemas.microsoft.com/office/drawing/2014/main" id="{9B388E9C-30B0-400D-88E5-6548E0C74F23}"/>
              </a:ext>
            </a:extLst>
          </p:cNvPr>
          <p:cNvSpPr>
            <a:spLocks xmlns:a="http://schemas.openxmlformats.org/drawingml/2006/main" noGrp="1"/>
          </p:cNvSpPr>
          <p:nvPr/>
        </p:nvSpPr>
        <p:spPr>
          <a:xfrm xmlns:a="http://schemas.openxmlformats.org/drawingml/2006/main">
            <a:off x="533400" y="7429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D5FF4"/>
                </a:solidFill>
                <a:latin typeface="Calibri"/>
                <a:ea typeface="Calibri"/>
                <a:cs typeface="Calibri"/>
              </a:defRPr>
            </a:defPPr>
          </a:lstStyle>
          <a:p xmlns:a="http://schemas.openxmlformats.org/drawingml/2006/main">
            <a:pPr algn="l">
              <a:defRPr sz="975" b="1">
                <a:solidFill>
                  <a:srgbClr val="2D5FF4"/>
                </a:solidFill>
                <a:latin typeface="Calibri"/>
                <a:ea typeface="Calibri"/>
                <a:cs typeface="Calibri"/>
              </a:defRPr>
            </a:pPr>
            <a:r>
              <a:rPr sz="975" b="1">
                <a:solidFill>
                  <a:srgbClr val="2D5FF4"/>
                </a:solidFill>
                <a:latin typeface="Calibri"/>
                <a:ea typeface="Calibri"/>
                <a:cs typeface="Calibri"/>
              </a:rPr>
              <a:t>REIMAGINE</a:t>
            </a:r>
          </a:p>
        </p:txBody>
      </p:sp>
      <p:sp>
        <p:nvSpPr>
          <p:cNvPr id="5" name="">
            <a:extLst xmlns:a="http://schemas.openxmlformats.org/drawingml/2006/main">
              <a:ext uri="{FF2B5EF4-FFF2-40B4-BE49-F238E27FC236}">
                <a16:creationId xmlns:a16="http://schemas.microsoft.com/office/drawing/2014/main" id="{8BDD0211-3B80-44A3-ADAA-775EF640734F}"/>
              </a:ext>
            </a:extLst>
          </p:cNvPr>
          <p:cNvSpPr>
            <a:spLocks xmlns:a="http://schemas.openxmlformats.org/drawingml/2006/main" noGrp="1"/>
          </p:cNvSpPr>
          <p:nvPr/>
        </p:nvSpPr>
        <p:spPr>
          <a:xfrm xmlns:a="http://schemas.openxmlformats.org/drawingml/2006/main">
            <a:off x="533400" y="1057275"/>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31"/>
                </a:solidFill>
                <a:latin typeface="Calibri"/>
                <a:ea typeface="Calibri"/>
                <a:cs typeface="Calibri"/>
              </a:defRPr>
            </a:defPPr>
          </a:lstStyle>
          <a:p xmlns:a="http://schemas.openxmlformats.org/drawingml/2006/main">
            <a:pPr algn="l">
              <a:defRPr sz="2925" b="1">
                <a:solidFill>
                  <a:srgbClr val="172131"/>
                </a:solidFill>
                <a:latin typeface="Calibri"/>
                <a:ea typeface="Calibri"/>
                <a:cs typeface="Calibri"/>
              </a:defRPr>
            </a:pPr>
            <a:r>
              <a:rPr sz="2925" b="1">
                <a:solidFill>
                  <a:srgbClr val="172131"/>
                </a:solidFill>
                <a:latin typeface="Calibri"/>
                <a:ea typeface="Calibri"/>
                <a:cs typeface="Calibri"/>
              </a:rPr>
              <a:t>A design hypothesis for faster access.</a:t>
            </a:r>
          </a:p>
        </p:txBody>
      </p:sp>
      <p:sp>
        <p:nvSpPr>
          <p:cNvPr id="6" name="">
            <a:extLst xmlns:a="http://schemas.openxmlformats.org/drawingml/2006/main">
              <a:ext uri="{FF2B5EF4-FFF2-40B4-BE49-F238E27FC236}">
                <a16:creationId xmlns:a16="http://schemas.microsoft.com/office/drawing/2014/main" id="{EF6895B9-AEE7-47A7-941E-E23C03E917C4}"/>
              </a:ext>
            </a:extLst>
          </p:cNvPr>
          <p:cNvSpPr>
            <a:spLocks xmlns:a="http://schemas.openxmlformats.org/drawingml/2006/main" noGrp="1"/>
          </p:cNvSpPr>
          <p:nvPr/>
        </p:nvSpPr>
        <p:spPr>
          <a:xfrm xmlns:a="http://schemas.openxmlformats.org/drawingml/2006/main">
            <a:off x="10572750" y="6505575"/>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B6B82"/>
                </a:solidFill>
                <a:latin typeface="Calibri"/>
                <a:ea typeface="Calibri"/>
                <a:cs typeface="Calibri"/>
              </a:defRPr>
            </a:defPPr>
          </a:lstStyle>
          <a:p xmlns:a="http://schemas.openxmlformats.org/drawingml/2006/main">
            <a:pPr algn="r">
              <a:defRPr sz="900" b="0">
                <a:solidFill>
                  <a:srgbClr val="5B6B82"/>
                </a:solidFill>
                <a:latin typeface="Calibri"/>
                <a:ea typeface="Calibri"/>
                <a:cs typeface="Calibri"/>
              </a:defRPr>
            </a:pPr>
            <a:r>
              <a:rPr sz="900" b="0">
                <a:solidFill>
                  <a:srgbClr val="5B6B82"/>
                </a:solidFill>
                <a:latin typeface="Calibri"/>
                <a:ea typeface="Calibri"/>
                <a:cs typeface="Calibri"/>
              </a:rPr>
              <a:t>09 / 11</a:t>
            </a:r>
          </a:p>
        </p:txBody>
      </p:sp>
      <p:sp>
        <p:nvSpPr>
          <p:cNvPr id="7" name="">
            <a:extLst xmlns:a="http://schemas.openxmlformats.org/drawingml/2006/main">
              <a:ext uri="{FF2B5EF4-FFF2-40B4-BE49-F238E27FC236}">
                <a16:creationId xmlns:a16="http://schemas.microsoft.com/office/drawing/2014/main" id="{59B00B2E-F394-46D2-A8C7-DFDBEACCAAC8}"/>
              </a:ext>
            </a:extLst>
          </p:cNvPr>
          <p:cNvSpPr>
            <a:spLocks xmlns:a="http://schemas.openxmlformats.org/drawingml/2006/main" noGrp="1"/>
          </p:cNvSpPr>
          <p:nvPr/>
        </p:nvSpPr>
        <p:spPr>
          <a:xfrm xmlns:a="http://schemas.openxmlformats.org/drawingml/2006/main">
            <a:off x="571500" y="2209800"/>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2D5FF4"/>
                </a:solidFill>
                <a:latin typeface="Calibri"/>
                <a:ea typeface="Calibri"/>
                <a:cs typeface="Calibri"/>
              </a:defRPr>
            </a:defPPr>
          </a:lstStyle>
          <a:p xmlns:a="http://schemas.openxmlformats.org/drawingml/2006/main">
            <a:pPr algn="l">
              <a:defRPr sz="900" b="1">
                <a:solidFill>
                  <a:srgbClr val="2D5FF4"/>
                </a:solidFill>
                <a:latin typeface="Calibri"/>
                <a:ea typeface="Calibri"/>
                <a:cs typeface="Calibri"/>
              </a:defRPr>
            </a:pPr>
            <a:r>
              <a:rPr sz="900" b="1">
                <a:solidFill>
                  <a:srgbClr val="2D5FF4"/>
                </a:solidFill>
                <a:latin typeface="Calibri"/>
                <a:ea typeface="Calibri"/>
                <a:cs typeface="Calibri"/>
              </a:rPr>
              <a:t>TODAY · REPORTED FRICTION</a:t>
            </a:r>
          </a:p>
        </p:txBody>
      </p:sp>
      <p:sp>
        <p:nvSpPr>
          <p:cNvPr id="8" name="">
            <a:extLst xmlns:a="http://schemas.openxmlformats.org/drawingml/2006/main">
              <a:ext uri="{FF2B5EF4-FFF2-40B4-BE49-F238E27FC236}">
                <a16:creationId xmlns:a16="http://schemas.microsoft.com/office/drawing/2014/main" id="{99BE43C5-D8E3-4E15-8697-A7A8AE0183C3}"/>
              </a:ext>
            </a:extLst>
          </p:cNvPr>
          <p:cNvSpPr>
            <a:spLocks xmlns:a="http://schemas.openxmlformats.org/drawingml/2006/main" noGrp="1"/>
          </p:cNvSpPr>
          <p:nvPr/>
        </p:nvSpPr>
        <p:spPr>
          <a:xfrm xmlns:a="http://schemas.openxmlformats.org/drawingml/2006/main">
            <a:off x="6324600" y="220980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2D5FF4"/>
                </a:solidFill>
                <a:latin typeface="Calibri"/>
                <a:ea typeface="Calibri"/>
                <a:cs typeface="Calibri"/>
              </a:defRPr>
            </a:defPPr>
          </a:lstStyle>
          <a:p xmlns:a="http://schemas.openxmlformats.org/drawingml/2006/main">
            <a:pPr algn="l">
              <a:defRPr sz="900" b="1">
                <a:solidFill>
                  <a:srgbClr val="2D5FF4"/>
                </a:solidFill>
                <a:latin typeface="Calibri"/>
                <a:ea typeface="Calibri"/>
                <a:cs typeface="Calibri"/>
              </a:defRPr>
            </a:pPr>
            <a:r>
              <a:rPr sz="900" b="1">
                <a:solidFill>
                  <a:srgbClr val="2D5FF4"/>
                </a:solidFill>
                <a:latin typeface="Calibri"/>
                <a:ea typeface="Calibri"/>
                <a:cs typeface="Calibri"/>
              </a:rPr>
              <a:t>CONCEPT · FEWER STEPS</a:t>
            </a:r>
          </a:p>
        </p:txBody>
      </p:sp>
      <p:sp>
        <p:nvSpPr>
          <p:cNvPr id="9" name="">
            <a:extLst xmlns:a="http://schemas.openxmlformats.org/drawingml/2006/main">
              <a:ext uri="{FF2B5EF4-FFF2-40B4-BE49-F238E27FC236}">
                <a16:creationId xmlns:a16="http://schemas.microsoft.com/office/drawing/2014/main" id="{EE3B1F31-97C1-48A9-B709-737BC1359779}"/>
              </a:ext>
            </a:extLst>
          </p:cNvPr>
          <p:cNvSpPr>
            <a:spLocks xmlns:a="http://schemas.openxmlformats.org/drawingml/2006/main" noGrp="1"/>
          </p:cNvSpPr>
          <p:nvPr/>
        </p:nvSpPr>
        <p:spPr>
          <a:xfrm xmlns:a="http://schemas.openxmlformats.org/drawingml/2006/main">
            <a:off x="571500" y="2609850"/>
            <a:ext cx="4953000" cy="2476500"/>
          </a:xfrm>
          <a:prstGeom xmlns:a="http://schemas.openxmlformats.org/drawingml/2006/main" prst="rect">
            <a:avLst/>
          </a:prstGeom>
          <a:solidFill xmlns:a="http://schemas.openxmlformats.org/drawingml/2006/main">
            <a:srgbClr val="FFFFFF"/>
          </a:solidFill>
          <a:ln xmlns:a="http://schemas.openxmlformats.org/drawingml/2006/main" w="9525">
            <a:solidFill>
              <a:srgbClr val="D6DFEC"/>
            </a:solidFill>
            <a:prstDash val="solid"/>
          </a:ln>
        </p:spPr>
      </p:sp>
      <p:sp>
        <p:nvSpPr>
          <p:cNvPr id="10" name="">
            <a:extLst xmlns:a="http://schemas.openxmlformats.org/drawingml/2006/main">
              <a:ext uri="{FF2B5EF4-FFF2-40B4-BE49-F238E27FC236}">
                <a16:creationId xmlns:a16="http://schemas.microsoft.com/office/drawing/2014/main" id="{2F75689F-E3FD-45F7-BF00-6BCC01ED22FE}"/>
              </a:ext>
            </a:extLst>
          </p:cNvPr>
          <p:cNvSpPr>
            <a:spLocks xmlns:a="http://schemas.openxmlformats.org/drawingml/2006/main" noGrp="1"/>
          </p:cNvSpPr>
          <p:nvPr/>
        </p:nvSpPr>
        <p:spPr>
          <a:xfrm xmlns:a="http://schemas.openxmlformats.org/drawingml/2006/main">
            <a:off x="571500" y="2609850"/>
            <a:ext cx="4953000" cy="457200"/>
          </a:xfrm>
          <a:prstGeom xmlns:a="http://schemas.openxmlformats.org/drawingml/2006/main" prst="rect">
            <a:avLst/>
          </a:prstGeom>
          <a:solidFill xmlns:a="http://schemas.openxmlformats.org/drawingml/2006/main">
            <a:srgbClr val="EEF2F7"/>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C323A52-38DA-4E1B-8E01-91B0B02F4C2F}"/>
              </a:ext>
            </a:extLst>
          </p:cNvPr>
          <p:cNvSpPr>
            <a:spLocks xmlns:a="http://schemas.openxmlformats.org/drawingml/2006/main" noGrp="1"/>
          </p:cNvSpPr>
          <p:nvPr/>
        </p:nvSpPr>
        <p:spPr>
          <a:xfrm xmlns:a="http://schemas.openxmlformats.org/drawingml/2006/main">
            <a:off x="800100" y="27432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72131"/>
                </a:solidFill>
                <a:latin typeface="Calibri"/>
                <a:ea typeface="Calibri"/>
                <a:cs typeface="Calibri"/>
              </a:defRPr>
            </a:defPPr>
          </a:lstStyle>
          <a:p xmlns:a="http://schemas.openxmlformats.org/drawingml/2006/main">
            <a:pPr algn="l">
              <a:defRPr sz="1425" b="1">
                <a:solidFill>
                  <a:srgbClr val="172131"/>
                </a:solidFill>
                <a:latin typeface="Calibri"/>
                <a:ea typeface="Calibri"/>
                <a:cs typeface="Calibri"/>
              </a:defRPr>
            </a:pPr>
            <a:r>
              <a:rPr sz="1425" b="1">
                <a:solidFill>
                  <a:srgbClr val="172131"/>
                </a:solidFill>
                <a:latin typeface="Calibri"/>
                <a:ea typeface="Calibri"/>
                <a:cs typeface="Calibri"/>
              </a:rPr>
              <a:t>Vehicle settings</a:t>
            </a:r>
          </a:p>
        </p:txBody>
      </p:sp>
      <p:sp>
        <p:nvSpPr>
          <p:cNvPr id="12" name="">
            <a:extLst xmlns:a="http://schemas.openxmlformats.org/drawingml/2006/main">
              <a:ext uri="{FF2B5EF4-FFF2-40B4-BE49-F238E27FC236}">
                <a16:creationId xmlns:a16="http://schemas.microsoft.com/office/drawing/2014/main" id="{4E5E65DF-F728-4013-8EE9-78D023FC36F3}"/>
              </a:ext>
            </a:extLst>
          </p:cNvPr>
          <p:cNvSpPr>
            <a:spLocks xmlns:a="http://schemas.openxmlformats.org/drawingml/2006/main" noGrp="1"/>
          </p:cNvSpPr>
          <p:nvPr/>
        </p:nvSpPr>
        <p:spPr>
          <a:xfrm xmlns:a="http://schemas.openxmlformats.org/drawingml/2006/main">
            <a:off x="819150" y="333375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B6B82"/>
                </a:solidFill>
                <a:latin typeface="Calibri"/>
                <a:ea typeface="Calibri"/>
                <a:cs typeface="Calibri"/>
              </a:defRPr>
            </a:defPPr>
          </a:lstStyle>
          <a:p xmlns:a="http://schemas.openxmlformats.org/drawingml/2006/main">
            <a:pPr algn="l">
              <a:defRPr sz="1350" b="0">
                <a:solidFill>
                  <a:srgbClr val="5B6B82"/>
                </a:solidFill>
                <a:latin typeface="Calibri"/>
                <a:ea typeface="Calibri"/>
                <a:cs typeface="Calibri"/>
              </a:defRPr>
            </a:pPr>
            <a:r>
              <a:rPr sz="1350" b="0">
                <a:solidFill>
                  <a:srgbClr val="5B6B82"/>
                </a:solidFill>
                <a:latin typeface="Calibri"/>
                <a:ea typeface="Calibri"/>
                <a:cs typeface="Calibri"/>
              </a:rPr>
              <a:t>Home  /  Vehicle  /  Function</a:t>
            </a:r>
          </a:p>
        </p:txBody>
      </p:sp>
      <p:sp>
        <p:nvSpPr>
          <p:cNvPr id="13" name="">
            <a:extLst xmlns:a="http://schemas.openxmlformats.org/drawingml/2006/main">
              <a:ext uri="{FF2B5EF4-FFF2-40B4-BE49-F238E27FC236}">
                <a16:creationId xmlns:a16="http://schemas.microsoft.com/office/drawing/2014/main" id="{591436C3-5B44-4F93-900B-40EBA356F79F}"/>
              </a:ext>
            </a:extLst>
          </p:cNvPr>
          <p:cNvSpPr>
            <a:spLocks xmlns:a="http://schemas.openxmlformats.org/drawingml/2006/main" noGrp="1"/>
          </p:cNvSpPr>
          <p:nvPr/>
        </p:nvSpPr>
        <p:spPr>
          <a:xfrm xmlns:a="http://schemas.openxmlformats.org/drawingml/2006/main">
            <a:off x="819150" y="3857625"/>
            <a:ext cx="4419600" cy="704850"/>
          </a:xfrm>
          <a:prstGeom xmlns:a="http://schemas.openxmlformats.org/drawingml/2006/main" prst="rect">
            <a:avLst/>
          </a:prstGeom>
          <a:solidFill xmlns:a="http://schemas.openxmlformats.org/drawingml/2006/main">
            <a:srgbClr val="F2F5FA"/>
          </a:solidFill>
          <a:ln xmlns:a="http://schemas.openxmlformats.org/drawingml/2006/main" w="9525">
            <a:solidFill>
              <a:srgbClr val="D6DFEC"/>
            </a:solidFill>
            <a:prstDash val="solid"/>
          </a:ln>
        </p:spPr>
      </p:sp>
      <p:sp>
        <p:nvSpPr>
          <p:cNvPr id="14" name="">
            <a:extLst xmlns:a="http://schemas.openxmlformats.org/drawingml/2006/main">
              <a:ext uri="{FF2B5EF4-FFF2-40B4-BE49-F238E27FC236}">
                <a16:creationId xmlns:a16="http://schemas.microsoft.com/office/drawing/2014/main" id="{86F1F68C-EE00-4DE9-9AFB-0EA4BDBB285D}"/>
              </a:ext>
            </a:extLst>
          </p:cNvPr>
          <p:cNvSpPr>
            <a:spLocks xmlns:a="http://schemas.openxmlformats.org/drawingml/2006/main" noGrp="1"/>
          </p:cNvSpPr>
          <p:nvPr/>
        </p:nvSpPr>
        <p:spPr>
          <a:xfrm xmlns:a="http://schemas.openxmlformats.org/drawingml/2006/main">
            <a:off x="1028700" y="4076700"/>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72131"/>
                </a:solidFill>
                <a:latin typeface="Calibri"/>
                <a:ea typeface="Calibri"/>
                <a:cs typeface="Calibri"/>
              </a:defRPr>
            </a:defPPr>
          </a:lstStyle>
          <a:p xmlns:a="http://schemas.openxmlformats.org/drawingml/2006/main">
            <a:pPr algn="l">
              <a:defRPr sz="1500" b="1">
                <a:solidFill>
                  <a:srgbClr val="172131"/>
                </a:solidFill>
                <a:latin typeface="Calibri"/>
                <a:ea typeface="Calibri"/>
                <a:cs typeface="Calibri"/>
              </a:defRPr>
            </a:pPr>
            <a:r>
              <a:rPr sz="1500" b="1">
                <a:solidFill>
                  <a:srgbClr val="172131"/>
                </a:solidFill>
                <a:latin typeface="Calibri"/>
                <a:ea typeface="Calibri"/>
                <a:cs typeface="Calibri"/>
              </a:rPr>
              <a:t>Find function through several screens</a:t>
            </a:r>
          </a:p>
        </p:txBody>
      </p:sp>
      <p:sp>
        <p:nvSpPr>
          <p:cNvPr id="15" name="">
            <a:extLst xmlns:a="http://schemas.openxmlformats.org/drawingml/2006/main">
              <a:ext uri="{FF2B5EF4-FFF2-40B4-BE49-F238E27FC236}">
                <a16:creationId xmlns:a16="http://schemas.microsoft.com/office/drawing/2014/main" id="{88F1D433-12AA-4A51-8F9E-C8C8D314271E}"/>
              </a:ext>
            </a:extLst>
          </p:cNvPr>
          <p:cNvSpPr>
            <a:spLocks xmlns:a="http://schemas.openxmlformats.org/drawingml/2006/main" noGrp="1"/>
          </p:cNvSpPr>
          <p:nvPr/>
        </p:nvSpPr>
        <p:spPr>
          <a:xfrm xmlns:a="http://schemas.openxmlformats.org/drawingml/2006/main">
            <a:off x="6324600" y="2609850"/>
            <a:ext cx="5295900" cy="2476500"/>
          </a:xfrm>
          <a:prstGeom xmlns:a="http://schemas.openxmlformats.org/drawingml/2006/main" prst="rect">
            <a:avLst/>
          </a:prstGeom>
          <a:solidFill xmlns:a="http://schemas.openxmlformats.org/drawingml/2006/main">
            <a:srgbClr val="FFFFFF"/>
          </a:solidFill>
          <a:ln xmlns:a="http://schemas.openxmlformats.org/drawingml/2006/main" w="9525">
            <a:solidFill>
              <a:srgbClr val="D6DFEC"/>
            </a:solidFill>
            <a:prstDash val="solid"/>
          </a:ln>
        </p:spPr>
      </p:sp>
      <p:sp>
        <p:nvSpPr>
          <p:cNvPr id="16" name="">
            <a:extLst xmlns:a="http://schemas.openxmlformats.org/drawingml/2006/main">
              <a:ext uri="{FF2B5EF4-FFF2-40B4-BE49-F238E27FC236}">
                <a16:creationId xmlns:a16="http://schemas.microsoft.com/office/drawing/2014/main" id="{176CDB24-3775-42FC-AD5F-A5CF212E548D}"/>
              </a:ext>
            </a:extLst>
          </p:cNvPr>
          <p:cNvSpPr>
            <a:spLocks xmlns:a="http://schemas.openxmlformats.org/drawingml/2006/main" noGrp="1"/>
          </p:cNvSpPr>
          <p:nvPr/>
        </p:nvSpPr>
        <p:spPr>
          <a:xfrm xmlns:a="http://schemas.openxmlformats.org/drawingml/2006/main">
            <a:off x="6324600" y="2609850"/>
            <a:ext cx="5295900" cy="457200"/>
          </a:xfrm>
          <a:prstGeom xmlns:a="http://schemas.openxmlformats.org/drawingml/2006/main" prst="rect">
            <a:avLst/>
          </a:prstGeom>
          <a:solidFill xmlns:a="http://schemas.openxmlformats.org/drawingml/2006/main">
            <a:srgbClr val="EEF2F7"/>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37EB8C06-7A65-4EE8-9271-238D0FB84885}"/>
              </a:ext>
            </a:extLst>
          </p:cNvPr>
          <p:cNvSpPr>
            <a:spLocks xmlns:a="http://schemas.openxmlformats.org/drawingml/2006/main" noGrp="1"/>
          </p:cNvSpPr>
          <p:nvPr/>
        </p:nvSpPr>
        <p:spPr>
          <a:xfrm xmlns:a="http://schemas.openxmlformats.org/drawingml/2006/main">
            <a:off x="6553200" y="27432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72131"/>
                </a:solidFill>
                <a:latin typeface="Calibri"/>
                <a:ea typeface="Calibri"/>
                <a:cs typeface="Calibri"/>
              </a:defRPr>
            </a:defPPr>
          </a:lstStyle>
          <a:p xmlns:a="http://schemas.openxmlformats.org/drawingml/2006/main">
            <a:pPr algn="l">
              <a:defRPr sz="1425" b="1">
                <a:solidFill>
                  <a:srgbClr val="172131"/>
                </a:solidFill>
                <a:latin typeface="Calibri"/>
                <a:ea typeface="Calibri"/>
                <a:cs typeface="Calibri"/>
              </a:defRPr>
            </a:pPr>
            <a:r>
              <a:rPr sz="1425" b="1">
                <a:solidFill>
                  <a:srgbClr val="172131"/>
                </a:solidFill>
                <a:latin typeface="Calibri"/>
                <a:ea typeface="Calibri"/>
                <a:cs typeface="Calibri"/>
              </a:rPr>
              <a:t>Vehicle home</a:t>
            </a:r>
          </a:p>
        </p:txBody>
      </p:sp>
      <p:sp>
        <p:nvSpPr>
          <p:cNvPr id="18" name="">
            <a:extLst xmlns:a="http://schemas.openxmlformats.org/drawingml/2006/main">
              <a:ext uri="{FF2B5EF4-FFF2-40B4-BE49-F238E27FC236}">
                <a16:creationId xmlns:a16="http://schemas.microsoft.com/office/drawing/2014/main" id="{7188913C-DC6F-4EFB-8FD1-7A89A17BEA73}"/>
              </a:ext>
            </a:extLst>
          </p:cNvPr>
          <p:cNvSpPr>
            <a:spLocks xmlns:a="http://schemas.openxmlformats.org/drawingml/2006/main" noGrp="1"/>
          </p:cNvSpPr>
          <p:nvPr/>
        </p:nvSpPr>
        <p:spPr>
          <a:xfrm xmlns:a="http://schemas.openxmlformats.org/drawingml/2006/main">
            <a:off x="6553200" y="3333750"/>
            <a:ext cx="419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172131"/>
                </a:solidFill>
                <a:latin typeface="Calibri"/>
                <a:ea typeface="Calibri"/>
                <a:cs typeface="Calibri"/>
              </a:defRPr>
            </a:defPPr>
          </a:lstStyle>
          <a:p xmlns:a="http://schemas.openxmlformats.org/drawingml/2006/main">
            <a:pPr algn="l">
              <a:defRPr sz="1800" b="1">
                <a:solidFill>
                  <a:srgbClr val="172131"/>
                </a:solidFill>
                <a:latin typeface="Calibri"/>
                <a:ea typeface="Calibri"/>
                <a:cs typeface="Calibri"/>
              </a:defRPr>
            </a:pPr>
            <a:r>
              <a:rPr sz="1800" b="1">
                <a:solidFill>
                  <a:srgbClr val="172131"/>
                </a:solidFill>
                <a:latin typeface="Calibri"/>
                <a:ea typeface="Calibri"/>
                <a:cs typeface="Calibri"/>
              </a:rPr>
              <a:t>Frequent functions</a:t>
            </a:r>
          </a:p>
        </p:txBody>
      </p:sp>
      <p:sp>
        <p:nvSpPr>
          <p:cNvPr id="19" name="">
            <a:extLst xmlns:a="http://schemas.openxmlformats.org/drawingml/2006/main">
              <a:ext uri="{FF2B5EF4-FFF2-40B4-BE49-F238E27FC236}">
                <a16:creationId xmlns:a16="http://schemas.microsoft.com/office/drawing/2014/main" id="{396E97CF-9B95-4CFA-9E1C-67E3D2A58089}"/>
              </a:ext>
            </a:extLst>
          </p:cNvPr>
          <p:cNvSpPr>
            <a:spLocks xmlns:a="http://schemas.openxmlformats.org/drawingml/2006/main" noGrp="1"/>
          </p:cNvSpPr>
          <p:nvPr/>
        </p:nvSpPr>
        <p:spPr>
          <a:xfrm xmlns:a="http://schemas.openxmlformats.org/drawingml/2006/main">
            <a:off x="6553200" y="3857625"/>
            <a:ext cx="2247900" cy="723900"/>
          </a:xfrm>
          <a:prstGeom xmlns:a="http://schemas.openxmlformats.org/drawingml/2006/main" prst="rect">
            <a:avLst/>
          </a:prstGeom>
          <a:solidFill xmlns:a="http://schemas.openxmlformats.org/drawingml/2006/main">
            <a:srgbClr val="EAF0F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4A7FC94E-9421-4FFC-BFBF-9A3FD732A2AC}"/>
              </a:ext>
            </a:extLst>
          </p:cNvPr>
          <p:cNvSpPr>
            <a:spLocks xmlns:a="http://schemas.openxmlformats.org/drawingml/2006/main" noGrp="1"/>
          </p:cNvSpPr>
          <p:nvPr/>
        </p:nvSpPr>
        <p:spPr>
          <a:xfrm xmlns:a="http://schemas.openxmlformats.org/drawingml/2006/main">
            <a:off x="6724650" y="4086225"/>
            <a:ext cx="1866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2D5FF4"/>
                </a:solidFill>
                <a:latin typeface="Calibri"/>
                <a:ea typeface="Calibri"/>
                <a:cs typeface="Calibri"/>
              </a:defRPr>
            </a:defPPr>
          </a:lstStyle>
          <a:p xmlns:a="http://schemas.openxmlformats.org/drawingml/2006/main">
            <a:pPr algn="l">
              <a:defRPr sz="1350" b="1">
                <a:solidFill>
                  <a:srgbClr val="2D5FF4"/>
                </a:solidFill>
                <a:latin typeface="Calibri"/>
                <a:ea typeface="Calibri"/>
                <a:cs typeface="Calibri"/>
              </a:defRPr>
            </a:pPr>
            <a:r>
              <a:rPr sz="1350" b="1">
                <a:solidFill>
                  <a:srgbClr val="2D5FF4"/>
                </a:solidFill>
                <a:latin typeface="Calibri"/>
                <a:ea typeface="Calibri"/>
                <a:cs typeface="Calibri"/>
              </a:rPr>
              <a:t>Saved action A</a:t>
            </a:r>
          </a:p>
        </p:txBody>
      </p:sp>
      <p:sp>
        <p:nvSpPr>
          <p:cNvPr id="21" name="">
            <a:extLst xmlns:a="http://schemas.openxmlformats.org/drawingml/2006/main">
              <a:ext uri="{FF2B5EF4-FFF2-40B4-BE49-F238E27FC236}">
                <a16:creationId xmlns:a16="http://schemas.microsoft.com/office/drawing/2014/main" id="{11D21CED-BC53-4358-9D70-A18A7CF552F8}"/>
              </a:ext>
            </a:extLst>
          </p:cNvPr>
          <p:cNvSpPr>
            <a:spLocks xmlns:a="http://schemas.openxmlformats.org/drawingml/2006/main" noGrp="1"/>
          </p:cNvSpPr>
          <p:nvPr/>
        </p:nvSpPr>
        <p:spPr>
          <a:xfrm xmlns:a="http://schemas.openxmlformats.org/drawingml/2006/main">
            <a:off x="8991600" y="3857625"/>
            <a:ext cx="2324100" cy="723900"/>
          </a:xfrm>
          <a:prstGeom xmlns:a="http://schemas.openxmlformats.org/drawingml/2006/main" prst="rect">
            <a:avLst/>
          </a:prstGeom>
          <a:solidFill xmlns:a="http://schemas.openxmlformats.org/drawingml/2006/main">
            <a:srgbClr val="EAF0F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126A820D-4677-4F36-9617-9A7FC8C16BCF}"/>
              </a:ext>
            </a:extLst>
          </p:cNvPr>
          <p:cNvSpPr>
            <a:spLocks xmlns:a="http://schemas.openxmlformats.org/drawingml/2006/main" noGrp="1"/>
          </p:cNvSpPr>
          <p:nvPr/>
        </p:nvSpPr>
        <p:spPr>
          <a:xfrm xmlns:a="http://schemas.openxmlformats.org/drawingml/2006/main">
            <a:off x="9163050" y="4086225"/>
            <a:ext cx="1943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2D5FF4"/>
                </a:solidFill>
                <a:latin typeface="Calibri"/>
                <a:ea typeface="Calibri"/>
                <a:cs typeface="Calibri"/>
              </a:defRPr>
            </a:defPPr>
          </a:lstStyle>
          <a:p xmlns:a="http://schemas.openxmlformats.org/drawingml/2006/main">
            <a:pPr algn="l">
              <a:defRPr sz="1350" b="1">
                <a:solidFill>
                  <a:srgbClr val="2D5FF4"/>
                </a:solidFill>
                <a:latin typeface="Calibri"/>
                <a:ea typeface="Calibri"/>
                <a:cs typeface="Calibri"/>
              </a:defRPr>
            </a:pPr>
            <a:r>
              <a:rPr sz="1350" b="1">
                <a:solidFill>
                  <a:srgbClr val="2D5FF4"/>
                </a:solidFill>
                <a:latin typeface="Calibri"/>
                <a:ea typeface="Calibri"/>
                <a:cs typeface="Calibri"/>
              </a:rPr>
              <a:t>Saved action B</a:t>
            </a:r>
          </a:p>
        </p:txBody>
      </p:sp>
      <p:sp>
        <p:nvSpPr>
          <p:cNvPr id="23" name="">
            <a:extLst xmlns:a="http://schemas.openxmlformats.org/drawingml/2006/main">
              <a:ext uri="{FF2B5EF4-FFF2-40B4-BE49-F238E27FC236}">
                <a16:creationId xmlns:a16="http://schemas.microsoft.com/office/drawing/2014/main" id="{7B5197E9-2A4A-4380-9677-EB30CB55491A}"/>
              </a:ext>
            </a:extLst>
          </p:cNvPr>
          <p:cNvSpPr>
            <a:spLocks xmlns:a="http://schemas.openxmlformats.org/drawingml/2006/main" noGrp="1"/>
          </p:cNvSpPr>
          <p:nvPr/>
        </p:nvSpPr>
        <p:spPr>
          <a:xfrm xmlns:a="http://schemas.openxmlformats.org/drawingml/2006/main">
            <a:off x="571500" y="556260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B6B82"/>
                </a:solidFill>
                <a:latin typeface="Calibri"/>
                <a:ea typeface="Calibri"/>
                <a:cs typeface="Calibri"/>
              </a:defRPr>
            </a:defPPr>
          </a:lstStyle>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UI concept only. Current Reimagine proof supports a bounded front-seat resize, not dashboard redesign.</a:t>
            </a:r>
          </a:p>
        </p:txBody>
      </p:sp>
    </p:spTree>
    <p:extLst>
      <p:ext uri="{BB962C8B-B14F-4D97-AF65-F5344CB8AC3E}">
        <p14:creationId xmlns:p14="http://schemas.microsoft.com/office/powerpoint/2010/main" val="1029125863"/>
      </p:ext>
    </p:extLst>
  </p:cSld>
</p:sld>
</file>

<file path=ppt/slides/slide10.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AA7370B8-79A8-4D7E-B5FD-ED7D5DD9379C}"/>
              </a:ext>
            </a:extLst>
          </p:cNvPr>
          <p:cNvSpPr>
            <a:spLocks xmlns:a="http://schemas.openxmlformats.org/drawingml/2006/main" noGrp="1"/>
          </p:cNvSpPr>
          <p:nvPr/>
        </p:nvSpPr>
        <p:spPr>
          <a:xfrm xmlns:a="http://schemas.openxmlformats.org/drawingml/2006/main">
            <a:off x="514350" y="2286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72131"/>
                </a:solidFill>
                <a:latin typeface="Calibri"/>
                <a:ea typeface="Calibri"/>
                <a:cs typeface="Calibri"/>
              </a:defRPr>
            </a:defPPr>
          </a:lstStyle>
          <a:p xmlns:a="http://schemas.openxmlformats.org/drawingml/2006/main">
            <a:pPr algn="l">
              <a:defRPr sz="1500" b="1">
                <a:solidFill>
                  <a:srgbClr val="172131"/>
                </a:solidFill>
                <a:latin typeface="Calibri"/>
                <a:ea typeface="Calibri"/>
                <a:cs typeface="Calibri"/>
              </a:defRPr>
            </a:pPr>
            <a:r>
              <a:rPr sz="1500" b="1">
                <a:solidFill>
                  <a:srgbClr val="172131"/>
                </a:solidFill>
                <a:latin typeface="Calibri"/>
                <a:ea typeface="Calibri"/>
                <a:cs typeface="Calibri"/>
              </a:rPr>
              <a:t>FWD</a:t>
            </a:r>
          </a:p>
        </p:txBody>
      </p:sp>
      <p:sp>
        <p:nvSpPr>
          <p:cNvPr id="2" name="">
            <a:extLst xmlns:a="http://schemas.openxmlformats.org/drawingml/2006/main">
              <a:ext uri="{FF2B5EF4-FFF2-40B4-BE49-F238E27FC236}">
                <a16:creationId xmlns:a16="http://schemas.microsoft.com/office/drawing/2014/main" id="{2D02C134-21B4-45B2-9CF0-9B0423370E98}"/>
              </a:ext>
            </a:extLst>
          </p:cNvPr>
          <p:cNvSpPr>
            <a:spLocks xmlns:a="http://schemas.openxmlformats.org/drawingml/2006/main" noGrp="1"/>
          </p:cNvSpPr>
          <p:nvPr/>
        </p:nvSpPr>
        <p:spPr>
          <a:xfrm xmlns:a="http://schemas.openxmlformats.org/drawingml/2006/main">
            <a:off x="1066800" y="20955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D5FF4"/>
                </a:solidFill>
                <a:latin typeface="Calibri"/>
                <a:ea typeface="Calibri"/>
                <a:cs typeface="Calibri"/>
              </a:defRPr>
            </a:defPPr>
          </a:lstStyle>
          <a:p xmlns:a="http://schemas.openxmlformats.org/drawingml/2006/main">
            <a:pPr algn="l">
              <a:defRPr sz="1650" b="1">
                <a:solidFill>
                  <a:srgbClr val="2D5FF4"/>
                </a:solidFill>
                <a:latin typeface="Calibri"/>
                <a:ea typeface="Calibri"/>
                <a:cs typeface="Calibri"/>
              </a:defRPr>
            </a:pPr>
            <a:r>
              <a:rPr sz="1650" b="1">
                <a:solidFill>
                  <a:srgbClr val="2D5FF4"/>
                </a:solidFill>
                <a:latin typeface="Calibri"/>
                <a:ea typeface="Calibri"/>
                <a:cs typeface="Calibri"/>
              </a:rPr>
              <a:t>//</a:t>
            </a:r>
          </a:p>
        </p:txBody>
      </p:sp>
      <p:sp>
        <p:nvSpPr>
          <p:cNvPr id="3" name="">
            <a:extLst xmlns:a="http://schemas.openxmlformats.org/drawingml/2006/main">
              <a:ext uri="{FF2B5EF4-FFF2-40B4-BE49-F238E27FC236}">
                <a16:creationId xmlns:a16="http://schemas.microsoft.com/office/drawing/2014/main" id="{ED5D6EBF-CC96-4CA1-BE27-9722BDA2A7E2}"/>
              </a:ext>
            </a:extLst>
          </p:cNvPr>
          <p:cNvSpPr>
            <a:spLocks xmlns:a="http://schemas.openxmlformats.org/drawingml/2006/main" noGrp="1"/>
          </p:cNvSpPr>
          <p:nvPr/>
        </p:nvSpPr>
        <p:spPr>
          <a:xfrm xmlns:a="http://schemas.openxmlformats.org/drawingml/2006/main">
            <a:off x="1552575" y="266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B6B82"/>
                </a:solidFill>
                <a:latin typeface="Calibri"/>
                <a:ea typeface="Calibri"/>
                <a:cs typeface="Calibri"/>
              </a:defRPr>
            </a:defPPr>
          </a:lstStyle>
          <a:p xmlns:a="http://schemas.openxmlformats.org/drawingml/2006/main">
            <a:pPr algn="l">
              <a:defRPr sz="900" b="0">
                <a:solidFill>
                  <a:srgbClr val="5B6B82"/>
                </a:solidFill>
                <a:latin typeface="Calibri"/>
                <a:ea typeface="Calibri"/>
                <a:cs typeface="Calibri"/>
              </a:defRPr>
            </a:pPr>
            <a:r>
              <a:rPr sz="900" b="0">
                <a:solidFill>
                  <a:srgbClr val="5B6B82"/>
                </a:solidFill>
                <a:latin typeface="Calibri"/>
                <a:ea typeface="Calibri"/>
                <a:cs typeface="Calibri"/>
              </a:rPr>
              <a:t>VEHICLE REQUIREMENTS</a:t>
            </a:r>
          </a:p>
        </p:txBody>
      </p:sp>
      <p:sp>
        <p:nvSpPr>
          <p:cNvPr id="4" name="">
            <a:extLst xmlns:a="http://schemas.openxmlformats.org/drawingml/2006/main">
              <a:ext uri="{FF2B5EF4-FFF2-40B4-BE49-F238E27FC236}">
                <a16:creationId xmlns:a16="http://schemas.microsoft.com/office/drawing/2014/main" id="{1C4C8239-5592-4713-A05E-A0A8A46BBE9E}"/>
              </a:ext>
            </a:extLst>
          </p:cNvPr>
          <p:cNvSpPr>
            <a:spLocks xmlns:a="http://schemas.openxmlformats.org/drawingml/2006/main" noGrp="1"/>
          </p:cNvSpPr>
          <p:nvPr/>
        </p:nvSpPr>
        <p:spPr>
          <a:xfrm xmlns:a="http://schemas.openxmlformats.org/drawingml/2006/main">
            <a:off x="533400" y="7429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D5FF4"/>
                </a:solidFill>
                <a:latin typeface="Calibri"/>
                <a:ea typeface="Calibri"/>
                <a:cs typeface="Calibri"/>
              </a:defRPr>
            </a:defPPr>
          </a:lstStyle>
          <a:p xmlns:a="http://schemas.openxmlformats.org/drawingml/2006/main">
            <a:pPr algn="l">
              <a:defRPr sz="975" b="1">
                <a:solidFill>
                  <a:srgbClr val="2D5FF4"/>
                </a:solidFill>
                <a:latin typeface="Calibri"/>
                <a:ea typeface="Calibri"/>
                <a:cs typeface="Calibri"/>
              </a:defRPr>
            </a:pPr>
            <a:r>
              <a:rPr sz="975" b="1">
                <a:solidFill>
                  <a:srgbClr val="2D5FF4"/>
                </a:solidFill>
                <a:latin typeface="Calibri"/>
                <a:ea typeface="Calibri"/>
                <a:cs typeface="Calibri"/>
              </a:rPr>
              <a:t>STATUS AND NEXT STEP</a:t>
            </a:r>
          </a:p>
        </p:txBody>
      </p:sp>
      <p:sp>
        <p:nvSpPr>
          <p:cNvPr id="5" name="">
            <a:extLst xmlns:a="http://schemas.openxmlformats.org/drawingml/2006/main">
              <a:ext uri="{FF2B5EF4-FFF2-40B4-BE49-F238E27FC236}">
                <a16:creationId xmlns:a16="http://schemas.microsoft.com/office/drawing/2014/main" id="{47173411-F0E1-41C5-B1FB-A202E3C769B6}"/>
              </a:ext>
            </a:extLst>
          </p:cNvPr>
          <p:cNvSpPr>
            <a:spLocks xmlns:a="http://schemas.openxmlformats.org/drawingml/2006/main" noGrp="1"/>
          </p:cNvSpPr>
          <p:nvPr/>
        </p:nvSpPr>
        <p:spPr>
          <a:xfrm xmlns:a="http://schemas.openxmlformats.org/drawingml/2006/main">
            <a:off x="533400" y="1057275"/>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31"/>
                </a:solidFill>
                <a:latin typeface="Calibri"/>
                <a:ea typeface="Calibri"/>
                <a:cs typeface="Calibri"/>
              </a:defRPr>
            </a:defPPr>
          </a:lstStyle>
          <a:p xmlns:a="http://schemas.openxmlformats.org/drawingml/2006/main">
            <a:pPr algn="l">
              <a:defRPr sz="2925" b="1">
                <a:solidFill>
                  <a:srgbClr val="172131"/>
                </a:solidFill>
                <a:latin typeface="Calibri"/>
                <a:ea typeface="Calibri"/>
                <a:cs typeface="Calibri"/>
              </a:defRPr>
            </a:pPr>
            <a:r>
              <a:rPr sz="2925" b="1">
                <a:solidFill>
                  <a:srgbClr val="172131"/>
                </a:solidFill>
                <a:latin typeface="Calibri"/>
                <a:ea typeface="Calibri"/>
                <a:cs typeface="Calibri"/>
              </a:rPr>
              <a:t>Integrated prototype. Scoped proof still needed.</a:t>
            </a:r>
          </a:p>
        </p:txBody>
      </p:sp>
      <p:sp>
        <p:nvSpPr>
          <p:cNvPr id="6" name="">
            <a:extLst xmlns:a="http://schemas.openxmlformats.org/drawingml/2006/main">
              <a:ext uri="{FF2B5EF4-FFF2-40B4-BE49-F238E27FC236}">
                <a16:creationId xmlns:a16="http://schemas.microsoft.com/office/drawing/2014/main" id="{09CD4E6D-1A67-46BF-90C5-A9AF650B5843}"/>
              </a:ext>
            </a:extLst>
          </p:cNvPr>
          <p:cNvSpPr>
            <a:spLocks xmlns:a="http://schemas.openxmlformats.org/drawingml/2006/main" noGrp="1"/>
          </p:cNvSpPr>
          <p:nvPr/>
        </p:nvSpPr>
        <p:spPr>
          <a:xfrm xmlns:a="http://schemas.openxmlformats.org/drawingml/2006/main">
            <a:off x="10572750" y="6505575"/>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B6B82"/>
                </a:solidFill>
                <a:latin typeface="Calibri"/>
                <a:ea typeface="Calibri"/>
                <a:cs typeface="Calibri"/>
              </a:defRPr>
            </a:defPPr>
          </a:lstStyle>
          <a:p xmlns:a="http://schemas.openxmlformats.org/drawingml/2006/main">
            <a:pPr algn="r">
              <a:defRPr sz="900" b="0">
                <a:solidFill>
                  <a:srgbClr val="5B6B82"/>
                </a:solidFill>
                <a:latin typeface="Calibri"/>
                <a:ea typeface="Calibri"/>
                <a:cs typeface="Calibri"/>
              </a:defRPr>
            </a:pPr>
            <a:r>
              <a:rPr sz="900" b="0">
                <a:solidFill>
                  <a:srgbClr val="5B6B82"/>
                </a:solidFill>
                <a:latin typeface="Calibri"/>
                <a:ea typeface="Calibri"/>
                <a:cs typeface="Calibri"/>
              </a:rPr>
              <a:t>10 / 11</a:t>
            </a:r>
          </a:p>
        </p:txBody>
      </p:sp>
      <p:sp>
        <p:nvSpPr>
          <p:cNvPr id="7" name="">
            <a:extLst xmlns:a="http://schemas.openxmlformats.org/drawingml/2006/main">
              <a:ext uri="{FF2B5EF4-FFF2-40B4-BE49-F238E27FC236}">
                <a16:creationId xmlns:a16="http://schemas.microsoft.com/office/drawing/2014/main" id="{DEB78162-8257-46A9-A7D6-E400C60B6418}"/>
              </a:ext>
            </a:extLst>
          </p:cNvPr>
          <p:cNvSpPr>
            <a:spLocks xmlns:a="http://schemas.openxmlformats.org/drawingml/2006/main" noGrp="1"/>
          </p:cNvSpPr>
          <p:nvPr/>
        </p:nvSpPr>
        <p:spPr>
          <a:xfrm xmlns:a="http://schemas.openxmlformats.org/drawingml/2006/main">
            <a:off x="552450" y="2095500"/>
            <a:ext cx="5067300" cy="3581400"/>
          </a:xfrm>
          <a:prstGeom xmlns:a="http://schemas.openxmlformats.org/drawingml/2006/main" prst="rect">
            <a:avLst/>
          </a:prstGeom>
          <a:solidFill xmlns:a="http://schemas.openxmlformats.org/drawingml/2006/main">
            <a:srgbClr val="FFFFFF"/>
          </a:solidFill>
          <a:ln xmlns:a="http://schemas.openxmlformats.org/drawingml/2006/main" w="9525">
            <a:solidFill>
              <a:srgbClr val="D6DFEC"/>
            </a:solidFill>
            <a:prstDash val="solid"/>
          </a:ln>
        </p:spPr>
      </p:sp>
      <p:sp>
        <p:nvSpPr>
          <p:cNvPr id="8" name="">
            <a:extLst xmlns:a="http://schemas.openxmlformats.org/drawingml/2006/main">
              <a:ext uri="{FF2B5EF4-FFF2-40B4-BE49-F238E27FC236}">
                <a16:creationId xmlns:a16="http://schemas.microsoft.com/office/drawing/2014/main" id="{8B01569F-0234-4F11-B47B-1ACCFE293635}"/>
              </a:ext>
            </a:extLst>
          </p:cNvPr>
          <p:cNvSpPr>
            <a:spLocks xmlns:a="http://schemas.openxmlformats.org/drawingml/2006/main" noGrp="1"/>
          </p:cNvSpPr>
          <p:nvPr/>
        </p:nvSpPr>
        <p:spPr>
          <a:xfrm xmlns:a="http://schemas.openxmlformats.org/drawingml/2006/main">
            <a:off x="819150" y="2381250"/>
            <a:ext cx="123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2D5FF4"/>
                </a:solidFill>
                <a:latin typeface="Calibri"/>
                <a:ea typeface="Calibri"/>
                <a:cs typeface="Calibri"/>
              </a:defRPr>
            </a:defPPr>
          </a:lstStyle>
          <a:p xmlns:a="http://schemas.openxmlformats.org/drawingml/2006/main">
            <a:pPr algn="l">
              <a:defRPr sz="900" b="1">
                <a:solidFill>
                  <a:srgbClr val="2D5FF4"/>
                </a:solidFill>
                <a:latin typeface="Calibri"/>
                <a:ea typeface="Calibri"/>
                <a:cs typeface="Calibri"/>
              </a:defRPr>
            </a:pPr>
            <a:r>
              <a:rPr sz="900" b="1">
                <a:solidFill>
                  <a:srgbClr val="2D5FF4"/>
                </a:solidFill>
                <a:latin typeface="Calibri"/>
                <a:ea typeface="Calibri"/>
                <a:cs typeface="Calibri"/>
              </a:rPr>
              <a:t>TODAY</a:t>
            </a:r>
          </a:p>
        </p:txBody>
      </p:sp>
      <p:sp>
        <p:nvSpPr>
          <p:cNvPr id="9" name="">
            <a:extLst xmlns:a="http://schemas.openxmlformats.org/drawingml/2006/main">
              <a:ext uri="{FF2B5EF4-FFF2-40B4-BE49-F238E27FC236}">
                <a16:creationId xmlns:a16="http://schemas.microsoft.com/office/drawing/2014/main" id="{23134E7F-698F-4235-82B0-710A5E2E6A68}"/>
              </a:ext>
            </a:extLst>
          </p:cNvPr>
          <p:cNvSpPr>
            <a:spLocks xmlns:a="http://schemas.openxmlformats.org/drawingml/2006/main" noGrp="1"/>
          </p:cNvSpPr>
          <p:nvPr/>
        </p:nvSpPr>
        <p:spPr>
          <a:xfrm xmlns:a="http://schemas.openxmlformats.org/drawingml/2006/main">
            <a:off x="819150" y="2819400"/>
            <a:ext cx="409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00" b="1">
                <a:solidFill>
                  <a:srgbClr val="172131"/>
                </a:solidFill>
                <a:latin typeface="Calibri"/>
                <a:ea typeface="Calibri"/>
                <a:cs typeface="Calibri"/>
              </a:defRPr>
            </a:defPPr>
          </a:lstStyle>
          <a:p xmlns:a="http://schemas.openxmlformats.org/drawingml/2006/main">
            <a:pPr algn="l">
              <a:defRPr sz="2100" b="1">
                <a:solidFill>
                  <a:srgbClr val="172131"/>
                </a:solidFill>
                <a:latin typeface="Calibri"/>
                <a:ea typeface="Calibri"/>
                <a:cs typeface="Calibri"/>
              </a:defRPr>
            </a:pPr>
            <a:r>
              <a:rPr sz="2100" b="1">
                <a:solidFill>
                  <a:srgbClr val="172131"/>
                </a:solidFill>
                <a:latin typeface="Calibri"/>
                <a:ea typeface="Calibri"/>
                <a:cs typeface="Calibri"/>
              </a:rPr>
              <a:t>Connected application</a:t>
            </a:r>
          </a:p>
        </p:txBody>
      </p:sp>
      <p:sp>
        <p:nvSpPr>
          <p:cNvPr id="10" name="">
            <a:extLst xmlns:a="http://schemas.openxmlformats.org/drawingml/2006/main">
              <a:ext uri="{FF2B5EF4-FFF2-40B4-BE49-F238E27FC236}">
                <a16:creationId xmlns:a16="http://schemas.microsoft.com/office/drawing/2014/main" id="{2F00679E-00DD-4363-9B3A-05878D099990}"/>
              </a:ext>
            </a:extLst>
          </p:cNvPr>
          <p:cNvSpPr>
            <a:spLocks xmlns:a="http://schemas.openxmlformats.org/drawingml/2006/main" noGrp="1"/>
          </p:cNvSpPr>
          <p:nvPr/>
        </p:nvSpPr>
        <p:spPr>
          <a:xfrm xmlns:a="http://schemas.openxmlformats.org/drawingml/2006/main">
            <a:off x="819150" y="34290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2D5FF4"/>
                </a:solidFill>
                <a:latin typeface="Calibri"/>
                <a:ea typeface="Calibri"/>
                <a:cs typeface="Calibri"/>
              </a:defRPr>
            </a:defPPr>
          </a:lstStyle>
          <a:p xmlns:a="http://schemas.openxmlformats.org/drawingml/2006/main">
            <a:pPr algn="l">
              <a:defRPr sz="1125" b="1">
                <a:solidFill>
                  <a:srgbClr val="2D5FF4"/>
                </a:solidFill>
                <a:latin typeface="Calibri"/>
                <a:ea typeface="Calibri"/>
                <a:cs typeface="Calibri"/>
              </a:defRPr>
            </a:pPr>
            <a:r>
              <a:rPr sz="1125" b="1">
                <a:solidFill>
                  <a:srgbClr val="2D5FF4"/>
                </a:solidFill>
                <a:latin typeface="Calibri"/>
                <a:ea typeface="Calibri"/>
                <a:cs typeface="Calibri"/>
              </a:rPr>
              <a:t>01</a:t>
            </a:r>
          </a:p>
        </p:txBody>
      </p:sp>
      <p:sp>
        <p:nvSpPr>
          <p:cNvPr id="11" name="">
            <a:extLst xmlns:a="http://schemas.openxmlformats.org/drawingml/2006/main">
              <a:ext uri="{FF2B5EF4-FFF2-40B4-BE49-F238E27FC236}">
                <a16:creationId xmlns:a16="http://schemas.microsoft.com/office/drawing/2014/main" id="{39A77045-ED55-4B66-9CBA-CD074C7CCB79}"/>
              </a:ext>
            </a:extLst>
          </p:cNvPr>
          <p:cNvSpPr>
            <a:spLocks xmlns:a="http://schemas.openxmlformats.org/drawingml/2006/main" noGrp="1"/>
          </p:cNvSpPr>
          <p:nvPr/>
        </p:nvSpPr>
        <p:spPr>
          <a:xfrm xmlns:a="http://schemas.openxmlformats.org/drawingml/2006/main">
            <a:off x="1257300" y="3400425"/>
            <a:ext cx="3905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B6B82"/>
                </a:solidFill>
                <a:latin typeface="Calibri"/>
                <a:ea typeface="Calibri"/>
                <a:cs typeface="Calibri"/>
              </a:defRPr>
            </a:defPPr>
          </a:lstStyle>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Frontend and backend are combined.</a:t>
            </a:r>
          </a:p>
        </p:txBody>
      </p:sp>
      <p:sp>
        <p:nvSpPr>
          <p:cNvPr id="12" name="">
            <a:extLst xmlns:a="http://schemas.openxmlformats.org/drawingml/2006/main">
              <a:ext uri="{FF2B5EF4-FFF2-40B4-BE49-F238E27FC236}">
                <a16:creationId xmlns:a16="http://schemas.microsoft.com/office/drawing/2014/main" id="{F103DA8C-0B01-48DD-8C72-342FCAB4BEDD}"/>
              </a:ext>
            </a:extLst>
          </p:cNvPr>
          <p:cNvSpPr>
            <a:spLocks xmlns:a="http://schemas.openxmlformats.org/drawingml/2006/main" noGrp="1"/>
          </p:cNvSpPr>
          <p:nvPr/>
        </p:nvSpPr>
        <p:spPr>
          <a:xfrm xmlns:a="http://schemas.openxmlformats.org/drawingml/2006/main">
            <a:off x="819150" y="38862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2D5FF4"/>
                </a:solidFill>
                <a:latin typeface="Calibri"/>
                <a:ea typeface="Calibri"/>
                <a:cs typeface="Calibri"/>
              </a:defRPr>
            </a:defPPr>
          </a:lstStyle>
          <a:p xmlns:a="http://schemas.openxmlformats.org/drawingml/2006/main">
            <a:pPr algn="l">
              <a:defRPr sz="1125" b="1">
                <a:solidFill>
                  <a:srgbClr val="2D5FF4"/>
                </a:solidFill>
                <a:latin typeface="Calibri"/>
                <a:ea typeface="Calibri"/>
                <a:cs typeface="Calibri"/>
              </a:defRPr>
            </a:pPr>
            <a:r>
              <a:rPr sz="1125" b="1">
                <a:solidFill>
                  <a:srgbClr val="2D5FF4"/>
                </a:solidFill>
                <a:latin typeface="Calibri"/>
                <a:ea typeface="Calibri"/>
                <a:cs typeface="Calibri"/>
              </a:rPr>
              <a:t>02</a:t>
            </a:r>
          </a:p>
        </p:txBody>
      </p:sp>
      <p:sp>
        <p:nvSpPr>
          <p:cNvPr id="13" name="">
            <a:extLst xmlns:a="http://schemas.openxmlformats.org/drawingml/2006/main">
              <a:ext uri="{FF2B5EF4-FFF2-40B4-BE49-F238E27FC236}">
                <a16:creationId xmlns:a16="http://schemas.microsoft.com/office/drawing/2014/main" id="{974A54D0-EB3D-4B6B-8B82-C8B6FEF09220}"/>
              </a:ext>
            </a:extLst>
          </p:cNvPr>
          <p:cNvSpPr>
            <a:spLocks xmlns:a="http://schemas.openxmlformats.org/drawingml/2006/main" noGrp="1"/>
          </p:cNvSpPr>
          <p:nvPr/>
        </p:nvSpPr>
        <p:spPr>
          <a:xfrm xmlns:a="http://schemas.openxmlformats.org/drawingml/2006/main">
            <a:off x="1257300" y="3857625"/>
            <a:ext cx="3905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B6B82"/>
                </a:solidFill>
                <a:latin typeface="Calibri"/>
                <a:ea typeface="Calibri"/>
                <a:cs typeface="Calibri"/>
              </a:defRPr>
            </a:defPPr>
          </a:lstStyle>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Real-source runs exercised on bounded samples.</a:t>
            </a:r>
          </a:p>
        </p:txBody>
      </p:sp>
      <p:sp>
        <p:nvSpPr>
          <p:cNvPr id="14" name="">
            <a:extLst xmlns:a="http://schemas.openxmlformats.org/drawingml/2006/main">
              <a:ext uri="{FF2B5EF4-FFF2-40B4-BE49-F238E27FC236}">
                <a16:creationId xmlns:a16="http://schemas.microsoft.com/office/drawing/2014/main" id="{099A98BA-1624-4B3B-B2F0-F52E95F06433}"/>
              </a:ext>
            </a:extLst>
          </p:cNvPr>
          <p:cNvSpPr>
            <a:spLocks xmlns:a="http://schemas.openxmlformats.org/drawingml/2006/main" noGrp="1"/>
          </p:cNvSpPr>
          <p:nvPr/>
        </p:nvSpPr>
        <p:spPr>
          <a:xfrm xmlns:a="http://schemas.openxmlformats.org/drawingml/2006/main">
            <a:off x="819150" y="43434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2D5FF4"/>
                </a:solidFill>
                <a:latin typeface="Calibri"/>
                <a:ea typeface="Calibri"/>
                <a:cs typeface="Calibri"/>
              </a:defRPr>
            </a:defPPr>
          </a:lstStyle>
          <a:p xmlns:a="http://schemas.openxmlformats.org/drawingml/2006/main">
            <a:pPr algn="l">
              <a:defRPr sz="1125" b="1">
                <a:solidFill>
                  <a:srgbClr val="2D5FF4"/>
                </a:solidFill>
                <a:latin typeface="Calibri"/>
                <a:ea typeface="Calibri"/>
                <a:cs typeface="Calibri"/>
              </a:defRPr>
            </a:pPr>
            <a:r>
              <a:rPr sz="1125" b="1">
                <a:solidFill>
                  <a:srgbClr val="2D5FF4"/>
                </a:solidFill>
                <a:latin typeface="Calibri"/>
                <a:ea typeface="Calibri"/>
                <a:cs typeface="Calibri"/>
              </a:rPr>
              <a:t>03</a:t>
            </a:r>
          </a:p>
        </p:txBody>
      </p:sp>
      <p:sp>
        <p:nvSpPr>
          <p:cNvPr id="15" name="">
            <a:extLst xmlns:a="http://schemas.openxmlformats.org/drawingml/2006/main">
              <a:ext uri="{FF2B5EF4-FFF2-40B4-BE49-F238E27FC236}">
                <a16:creationId xmlns:a16="http://schemas.microsoft.com/office/drawing/2014/main" id="{64AEA409-0182-438A-9D77-88B40DFABB1B}"/>
              </a:ext>
            </a:extLst>
          </p:cNvPr>
          <p:cNvSpPr>
            <a:spLocks xmlns:a="http://schemas.openxmlformats.org/drawingml/2006/main" noGrp="1"/>
          </p:cNvSpPr>
          <p:nvPr/>
        </p:nvSpPr>
        <p:spPr>
          <a:xfrm xmlns:a="http://schemas.openxmlformats.org/drawingml/2006/main">
            <a:off x="1257300" y="4314825"/>
            <a:ext cx="3905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B6B82"/>
                </a:solidFill>
                <a:latin typeface="Calibri"/>
                <a:ea typeface="Calibri"/>
                <a:cs typeface="Calibri"/>
              </a:defRPr>
            </a:defPPr>
          </a:lstStyle>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Current UI screenshots use fixture content.</a:t>
            </a:r>
          </a:p>
        </p:txBody>
      </p:sp>
      <p:sp>
        <p:nvSpPr>
          <p:cNvPr id="16" name="">
            <a:extLst xmlns:a="http://schemas.openxmlformats.org/drawingml/2006/main">
              <a:ext uri="{FF2B5EF4-FFF2-40B4-BE49-F238E27FC236}">
                <a16:creationId xmlns:a16="http://schemas.microsoft.com/office/drawing/2014/main" id="{7C30A84A-7D8A-49A3-93C8-E7EDFC857E04}"/>
              </a:ext>
            </a:extLst>
          </p:cNvPr>
          <p:cNvSpPr>
            <a:spLocks xmlns:a="http://schemas.openxmlformats.org/drawingml/2006/main" noGrp="1"/>
          </p:cNvSpPr>
          <p:nvPr/>
        </p:nvSpPr>
        <p:spPr>
          <a:xfrm xmlns:a="http://schemas.openxmlformats.org/drawingml/2006/main">
            <a:off x="819150" y="48006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2D5FF4"/>
                </a:solidFill>
                <a:latin typeface="Calibri"/>
                <a:ea typeface="Calibri"/>
                <a:cs typeface="Calibri"/>
              </a:defRPr>
            </a:defPPr>
          </a:lstStyle>
          <a:p xmlns:a="http://schemas.openxmlformats.org/drawingml/2006/main">
            <a:pPr algn="l">
              <a:defRPr sz="1125" b="1">
                <a:solidFill>
                  <a:srgbClr val="2D5FF4"/>
                </a:solidFill>
                <a:latin typeface="Calibri"/>
                <a:ea typeface="Calibri"/>
                <a:cs typeface="Calibri"/>
              </a:defRPr>
            </a:pPr>
            <a:r>
              <a:rPr sz="1125" b="1">
                <a:solidFill>
                  <a:srgbClr val="2D5FF4"/>
                </a:solidFill>
                <a:latin typeface="Calibri"/>
                <a:ea typeface="Calibri"/>
                <a:cs typeface="Calibri"/>
              </a:rPr>
              <a:t>04</a:t>
            </a:r>
          </a:p>
        </p:txBody>
      </p:sp>
      <p:sp>
        <p:nvSpPr>
          <p:cNvPr id="17" name="">
            <a:extLst xmlns:a="http://schemas.openxmlformats.org/drawingml/2006/main">
              <a:ext uri="{FF2B5EF4-FFF2-40B4-BE49-F238E27FC236}">
                <a16:creationId xmlns:a16="http://schemas.microsoft.com/office/drawing/2014/main" id="{85181911-B8EE-4BA9-9E1D-1132C2FAE588}"/>
              </a:ext>
            </a:extLst>
          </p:cNvPr>
          <p:cNvSpPr>
            <a:spLocks xmlns:a="http://schemas.openxmlformats.org/drawingml/2006/main" noGrp="1"/>
          </p:cNvSpPr>
          <p:nvPr/>
        </p:nvSpPr>
        <p:spPr>
          <a:xfrm xmlns:a="http://schemas.openxmlformats.org/drawingml/2006/main">
            <a:off x="1257300" y="4772025"/>
            <a:ext cx="3905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B6B82"/>
                </a:solidFill>
                <a:latin typeface="Calibri"/>
                <a:ea typeface="Calibri"/>
                <a:cs typeface="Calibri"/>
              </a:defRPr>
            </a:defPPr>
          </a:lstStyle>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Vehicle and part catalog still synthetic for G60 run.</a:t>
            </a:r>
          </a:p>
        </p:txBody>
      </p:sp>
      <p:sp>
        <p:nvSpPr>
          <p:cNvPr id="18" name="">
            <a:extLst xmlns:a="http://schemas.openxmlformats.org/drawingml/2006/main">
              <a:ext uri="{FF2B5EF4-FFF2-40B4-BE49-F238E27FC236}">
                <a16:creationId xmlns:a16="http://schemas.microsoft.com/office/drawing/2014/main" id="{F6A24453-F779-4CBB-A90F-AE798C80DE6C}"/>
              </a:ext>
            </a:extLst>
          </p:cNvPr>
          <p:cNvSpPr>
            <a:spLocks xmlns:a="http://schemas.openxmlformats.org/drawingml/2006/main" noGrp="1"/>
          </p:cNvSpPr>
          <p:nvPr/>
        </p:nvSpPr>
        <p:spPr>
          <a:xfrm xmlns:a="http://schemas.openxmlformats.org/drawingml/2006/main">
            <a:off x="6572250" y="2095500"/>
            <a:ext cx="5067300" cy="3581400"/>
          </a:xfrm>
          <a:prstGeom xmlns:a="http://schemas.openxmlformats.org/drawingml/2006/main" prst="rect">
            <a:avLst/>
          </a:prstGeom>
          <a:solidFill xmlns:a="http://schemas.openxmlformats.org/drawingml/2006/main">
            <a:srgbClr val="EAF0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74FD0438-9EC0-40A5-A014-0AF1302E06E9}"/>
              </a:ext>
            </a:extLst>
          </p:cNvPr>
          <p:cNvSpPr>
            <a:spLocks xmlns:a="http://schemas.openxmlformats.org/drawingml/2006/main" noGrp="1"/>
          </p:cNvSpPr>
          <p:nvPr/>
        </p:nvSpPr>
        <p:spPr>
          <a:xfrm xmlns:a="http://schemas.openxmlformats.org/drawingml/2006/main">
            <a:off x="6858000" y="2381250"/>
            <a:ext cx="123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2D5FF4"/>
                </a:solidFill>
                <a:latin typeface="Calibri"/>
                <a:ea typeface="Calibri"/>
                <a:cs typeface="Calibri"/>
              </a:defRPr>
            </a:defPPr>
          </a:lstStyle>
          <a:p xmlns:a="http://schemas.openxmlformats.org/drawingml/2006/main">
            <a:pPr algn="l">
              <a:defRPr sz="900" b="1">
                <a:solidFill>
                  <a:srgbClr val="2D5FF4"/>
                </a:solidFill>
                <a:latin typeface="Calibri"/>
                <a:ea typeface="Calibri"/>
                <a:cs typeface="Calibri"/>
              </a:defRPr>
            </a:pPr>
            <a:r>
              <a:rPr sz="900" b="1">
                <a:solidFill>
                  <a:srgbClr val="2D5FF4"/>
                </a:solidFill>
                <a:latin typeface="Calibri"/>
                <a:ea typeface="Calibri"/>
                <a:cs typeface="Calibri"/>
              </a:rPr>
              <a:t>NEXT</a:t>
            </a:r>
          </a:p>
        </p:txBody>
      </p:sp>
      <p:sp>
        <p:nvSpPr>
          <p:cNvPr id="20" name="">
            <a:extLst xmlns:a="http://schemas.openxmlformats.org/drawingml/2006/main">
              <a:ext uri="{FF2B5EF4-FFF2-40B4-BE49-F238E27FC236}">
                <a16:creationId xmlns:a16="http://schemas.microsoft.com/office/drawing/2014/main" id="{618A46E4-38D9-43A5-B415-507EAB1D5834}"/>
              </a:ext>
            </a:extLst>
          </p:cNvPr>
          <p:cNvSpPr>
            <a:spLocks xmlns:a="http://schemas.openxmlformats.org/drawingml/2006/main" noGrp="1"/>
          </p:cNvSpPr>
          <p:nvPr/>
        </p:nvSpPr>
        <p:spPr>
          <a:xfrm xmlns:a="http://schemas.openxmlformats.org/drawingml/2006/main">
            <a:off x="6858000" y="2819400"/>
            <a:ext cx="4381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00" b="1">
                <a:solidFill>
                  <a:srgbClr val="172131"/>
                </a:solidFill>
                <a:latin typeface="Calibri"/>
                <a:ea typeface="Calibri"/>
                <a:cs typeface="Calibri"/>
              </a:defRPr>
            </a:defPPr>
          </a:lstStyle>
          <a:p xmlns:a="http://schemas.openxmlformats.org/drawingml/2006/main">
            <a:pPr algn="l">
              <a:defRPr sz="2100" b="1">
                <a:solidFill>
                  <a:srgbClr val="172131"/>
                </a:solidFill>
                <a:latin typeface="Calibri"/>
                <a:ea typeface="Calibri"/>
                <a:cs typeface="Calibri"/>
              </a:defRPr>
            </a:pPr>
            <a:r>
              <a:rPr sz="2100" b="1">
                <a:solidFill>
                  <a:srgbClr val="172131"/>
                </a:solidFill>
                <a:latin typeface="Calibri"/>
                <a:ea typeface="Calibri"/>
                <a:cs typeface="Calibri"/>
              </a:rPr>
              <a:t>One coherent BMW case</a:t>
            </a:r>
          </a:p>
        </p:txBody>
      </p:sp>
      <p:sp>
        <p:nvSpPr>
          <p:cNvPr id="21" name="">
            <a:extLst xmlns:a="http://schemas.openxmlformats.org/drawingml/2006/main">
              <a:ext uri="{FF2B5EF4-FFF2-40B4-BE49-F238E27FC236}">
                <a16:creationId xmlns:a16="http://schemas.microsoft.com/office/drawing/2014/main" id="{A71D79E2-4581-47A7-BE42-29B18C569E52}"/>
              </a:ext>
            </a:extLst>
          </p:cNvPr>
          <p:cNvSpPr>
            <a:spLocks xmlns:a="http://schemas.openxmlformats.org/drawingml/2006/main" noGrp="1"/>
          </p:cNvSpPr>
          <p:nvPr/>
        </p:nvSpPr>
        <p:spPr>
          <a:xfrm xmlns:a="http://schemas.openxmlformats.org/drawingml/2006/main">
            <a:off x="6858000" y="34290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2D5FF4"/>
                </a:solidFill>
                <a:latin typeface="Calibri"/>
                <a:ea typeface="Calibri"/>
                <a:cs typeface="Calibri"/>
              </a:defRPr>
            </a:defPPr>
          </a:lstStyle>
          <a:p xmlns:a="http://schemas.openxmlformats.org/drawingml/2006/main">
            <a:pPr algn="l">
              <a:defRPr sz="1125" b="1">
                <a:solidFill>
                  <a:srgbClr val="2D5FF4"/>
                </a:solidFill>
                <a:latin typeface="Calibri"/>
                <a:ea typeface="Calibri"/>
                <a:cs typeface="Calibri"/>
              </a:defRPr>
            </a:pPr>
            <a:r>
              <a:rPr sz="1125" b="1">
                <a:solidFill>
                  <a:srgbClr val="2D5FF4"/>
                </a:solidFill>
                <a:latin typeface="Calibri"/>
                <a:ea typeface="Calibri"/>
                <a:cs typeface="Calibri"/>
              </a:rPr>
              <a:t>01</a:t>
            </a:r>
          </a:p>
        </p:txBody>
      </p:sp>
      <p:sp>
        <p:nvSpPr>
          <p:cNvPr id="22" name="">
            <a:extLst xmlns:a="http://schemas.openxmlformats.org/drawingml/2006/main">
              <a:ext uri="{FF2B5EF4-FFF2-40B4-BE49-F238E27FC236}">
                <a16:creationId xmlns:a16="http://schemas.microsoft.com/office/drawing/2014/main" id="{CFDE701C-1C61-4A33-83EE-CC73B0095824}"/>
              </a:ext>
            </a:extLst>
          </p:cNvPr>
          <p:cNvSpPr>
            <a:spLocks xmlns:a="http://schemas.openxmlformats.org/drawingml/2006/main" noGrp="1"/>
          </p:cNvSpPr>
          <p:nvPr/>
        </p:nvSpPr>
        <p:spPr>
          <a:xfrm xmlns:a="http://schemas.openxmlformats.org/drawingml/2006/main">
            <a:off x="7296150" y="3400425"/>
            <a:ext cx="3905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172131"/>
                </a:solidFill>
                <a:latin typeface="Calibri"/>
                <a:ea typeface="Calibri"/>
                <a:cs typeface="Calibri"/>
              </a:defRPr>
            </a:defPPr>
          </a:lstStyle>
          <a:p xmlns:a="http://schemas.openxmlformats.org/drawingml/2006/main">
            <a:pPr algn="l">
              <a:defRPr sz="1275" b="0">
                <a:solidFill>
                  <a:srgbClr val="172131"/>
                </a:solidFill>
                <a:latin typeface="Calibri"/>
                <a:ea typeface="Calibri"/>
                <a:cs typeface="Calibri"/>
              </a:defRPr>
            </a:pPr>
            <a:r>
              <a:rPr sz="1275" b="0">
                <a:solidFill>
                  <a:srgbClr val="172131"/>
                </a:solidFill>
                <a:latin typeface="Calibri"/>
                <a:ea typeface="Calibri"/>
                <a:cs typeface="Calibri"/>
              </a:rPr>
              <a:t>Match US feedback to the relevant baseline.</a:t>
            </a:r>
          </a:p>
        </p:txBody>
      </p:sp>
      <p:sp>
        <p:nvSpPr>
          <p:cNvPr id="23" name="">
            <a:extLst xmlns:a="http://schemas.openxmlformats.org/drawingml/2006/main">
              <a:ext uri="{FF2B5EF4-FFF2-40B4-BE49-F238E27FC236}">
                <a16:creationId xmlns:a16="http://schemas.microsoft.com/office/drawing/2014/main" id="{6706DB8F-F2F8-419B-854C-C4A4AA566EDB}"/>
              </a:ext>
            </a:extLst>
          </p:cNvPr>
          <p:cNvSpPr>
            <a:spLocks xmlns:a="http://schemas.openxmlformats.org/drawingml/2006/main" noGrp="1"/>
          </p:cNvSpPr>
          <p:nvPr/>
        </p:nvSpPr>
        <p:spPr>
          <a:xfrm xmlns:a="http://schemas.openxmlformats.org/drawingml/2006/main">
            <a:off x="6858000" y="38862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2D5FF4"/>
                </a:solidFill>
                <a:latin typeface="Calibri"/>
                <a:ea typeface="Calibri"/>
                <a:cs typeface="Calibri"/>
              </a:defRPr>
            </a:defPPr>
          </a:lstStyle>
          <a:p xmlns:a="http://schemas.openxmlformats.org/drawingml/2006/main">
            <a:pPr algn="l">
              <a:defRPr sz="1125" b="1">
                <a:solidFill>
                  <a:srgbClr val="2D5FF4"/>
                </a:solidFill>
                <a:latin typeface="Calibri"/>
                <a:ea typeface="Calibri"/>
                <a:cs typeface="Calibri"/>
              </a:defRPr>
            </a:pPr>
            <a:r>
              <a:rPr sz="1125" b="1">
                <a:solidFill>
                  <a:srgbClr val="2D5FF4"/>
                </a:solidFill>
                <a:latin typeface="Calibri"/>
                <a:ea typeface="Calibri"/>
                <a:cs typeface="Calibri"/>
              </a:rPr>
              <a:t>02</a:t>
            </a:r>
          </a:p>
        </p:txBody>
      </p:sp>
      <p:sp>
        <p:nvSpPr>
          <p:cNvPr id="24" name="">
            <a:extLst xmlns:a="http://schemas.openxmlformats.org/drawingml/2006/main">
              <a:ext uri="{FF2B5EF4-FFF2-40B4-BE49-F238E27FC236}">
                <a16:creationId xmlns:a16="http://schemas.microsoft.com/office/drawing/2014/main" id="{2406B481-2B61-4C7A-A1A2-D00A1D75FA9E}"/>
              </a:ext>
            </a:extLst>
          </p:cNvPr>
          <p:cNvSpPr>
            <a:spLocks xmlns:a="http://schemas.openxmlformats.org/drawingml/2006/main" noGrp="1"/>
          </p:cNvSpPr>
          <p:nvPr/>
        </p:nvSpPr>
        <p:spPr>
          <a:xfrm xmlns:a="http://schemas.openxmlformats.org/drawingml/2006/main">
            <a:off x="7296150" y="3857625"/>
            <a:ext cx="3905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172131"/>
                </a:solidFill>
                <a:latin typeface="Calibri"/>
                <a:ea typeface="Calibri"/>
                <a:cs typeface="Calibri"/>
              </a:defRPr>
            </a:defPPr>
          </a:lstStyle>
          <a:p xmlns:a="http://schemas.openxmlformats.org/drawingml/2006/main">
            <a:pPr algn="l">
              <a:defRPr sz="1275" b="0">
                <a:solidFill>
                  <a:srgbClr val="172131"/>
                </a:solidFill>
                <a:latin typeface="Calibri"/>
                <a:ea typeface="Calibri"/>
                <a:cs typeface="Calibri"/>
              </a:defRPr>
            </a:pPr>
            <a:r>
              <a:rPr sz="1275" b="0">
                <a:solidFill>
                  <a:srgbClr val="172131"/>
                </a:solidFill>
                <a:latin typeface="Calibri"/>
                <a:ea typeface="Calibri"/>
                <a:cs typeface="Calibri"/>
              </a:rPr>
              <a:t>Show exact source and a reviewed requirement.</a:t>
            </a:r>
          </a:p>
        </p:txBody>
      </p:sp>
      <p:sp>
        <p:nvSpPr>
          <p:cNvPr id="25" name="">
            <a:extLst xmlns:a="http://schemas.openxmlformats.org/drawingml/2006/main">
              <a:ext uri="{FF2B5EF4-FFF2-40B4-BE49-F238E27FC236}">
                <a16:creationId xmlns:a16="http://schemas.microsoft.com/office/drawing/2014/main" id="{1AAA5B2A-F200-484C-8B13-D6E6A17FCD52}"/>
              </a:ext>
            </a:extLst>
          </p:cNvPr>
          <p:cNvSpPr>
            <a:spLocks xmlns:a="http://schemas.openxmlformats.org/drawingml/2006/main" noGrp="1"/>
          </p:cNvSpPr>
          <p:nvPr/>
        </p:nvSpPr>
        <p:spPr>
          <a:xfrm xmlns:a="http://schemas.openxmlformats.org/drawingml/2006/main">
            <a:off x="6858000" y="43434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2D5FF4"/>
                </a:solidFill>
                <a:latin typeface="Calibri"/>
                <a:ea typeface="Calibri"/>
                <a:cs typeface="Calibri"/>
              </a:defRPr>
            </a:defPPr>
          </a:lstStyle>
          <a:p xmlns:a="http://schemas.openxmlformats.org/drawingml/2006/main">
            <a:pPr algn="l">
              <a:defRPr sz="1125" b="1">
                <a:solidFill>
                  <a:srgbClr val="2D5FF4"/>
                </a:solidFill>
                <a:latin typeface="Calibri"/>
                <a:ea typeface="Calibri"/>
                <a:cs typeface="Calibri"/>
              </a:defRPr>
            </a:pPr>
            <a:r>
              <a:rPr sz="1125" b="1">
                <a:solidFill>
                  <a:srgbClr val="2D5FF4"/>
                </a:solidFill>
                <a:latin typeface="Calibri"/>
                <a:ea typeface="Calibri"/>
                <a:cs typeface="Calibri"/>
              </a:rPr>
              <a:t>03</a:t>
            </a:r>
          </a:p>
        </p:txBody>
      </p:sp>
      <p:sp>
        <p:nvSpPr>
          <p:cNvPr id="26" name="">
            <a:extLst xmlns:a="http://schemas.openxmlformats.org/drawingml/2006/main">
              <a:ext uri="{FF2B5EF4-FFF2-40B4-BE49-F238E27FC236}">
                <a16:creationId xmlns:a16="http://schemas.microsoft.com/office/drawing/2014/main" id="{F954953E-625D-4EDB-B8C7-034637118569}"/>
              </a:ext>
            </a:extLst>
          </p:cNvPr>
          <p:cNvSpPr>
            <a:spLocks xmlns:a="http://schemas.openxmlformats.org/drawingml/2006/main" noGrp="1"/>
          </p:cNvSpPr>
          <p:nvPr/>
        </p:nvSpPr>
        <p:spPr>
          <a:xfrm xmlns:a="http://schemas.openxmlformats.org/drawingml/2006/main">
            <a:off x="7296150" y="4314825"/>
            <a:ext cx="3905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172131"/>
                </a:solidFill>
                <a:latin typeface="Calibri"/>
                <a:ea typeface="Calibri"/>
                <a:cs typeface="Calibri"/>
              </a:defRPr>
            </a:defPPr>
          </a:lstStyle>
          <a:p xmlns:a="http://schemas.openxmlformats.org/drawingml/2006/main">
            <a:pPr algn="l">
              <a:defRPr sz="1275" b="0">
                <a:solidFill>
                  <a:srgbClr val="172131"/>
                </a:solidFill>
                <a:latin typeface="Calibri"/>
                <a:ea typeface="Calibri"/>
                <a:cs typeface="Calibri"/>
              </a:defRPr>
            </a:pPr>
            <a:r>
              <a:rPr sz="1275" b="0">
                <a:solidFill>
                  <a:srgbClr val="172131"/>
                </a:solidFill>
                <a:latin typeface="Calibri"/>
                <a:ea typeface="Calibri"/>
                <a:cs typeface="Calibri"/>
              </a:rPr>
              <a:t>Record PM decision on the exact version.</a:t>
            </a:r>
          </a:p>
        </p:txBody>
      </p:sp>
      <p:sp>
        <p:nvSpPr>
          <p:cNvPr id="27" name="">
            <a:extLst xmlns:a="http://schemas.openxmlformats.org/drawingml/2006/main">
              <a:ext uri="{FF2B5EF4-FFF2-40B4-BE49-F238E27FC236}">
                <a16:creationId xmlns:a16="http://schemas.microsoft.com/office/drawing/2014/main" id="{744E890E-0360-46EA-8D74-72D063DE2D1B}"/>
              </a:ext>
            </a:extLst>
          </p:cNvPr>
          <p:cNvSpPr>
            <a:spLocks xmlns:a="http://schemas.openxmlformats.org/drawingml/2006/main" noGrp="1"/>
          </p:cNvSpPr>
          <p:nvPr/>
        </p:nvSpPr>
        <p:spPr>
          <a:xfrm xmlns:a="http://schemas.openxmlformats.org/drawingml/2006/main">
            <a:off x="6858000" y="48006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2D5FF4"/>
                </a:solidFill>
                <a:latin typeface="Calibri"/>
                <a:ea typeface="Calibri"/>
                <a:cs typeface="Calibri"/>
              </a:defRPr>
            </a:defPPr>
          </a:lstStyle>
          <a:p xmlns:a="http://schemas.openxmlformats.org/drawingml/2006/main">
            <a:pPr algn="l">
              <a:defRPr sz="1125" b="1">
                <a:solidFill>
                  <a:srgbClr val="2D5FF4"/>
                </a:solidFill>
                <a:latin typeface="Calibri"/>
                <a:ea typeface="Calibri"/>
                <a:cs typeface="Calibri"/>
              </a:defRPr>
            </a:pPr>
            <a:r>
              <a:rPr sz="1125" b="1">
                <a:solidFill>
                  <a:srgbClr val="2D5FF4"/>
                </a:solidFill>
                <a:latin typeface="Calibri"/>
                <a:ea typeface="Calibri"/>
                <a:cs typeface="Calibri"/>
              </a:rPr>
              <a:t>04</a:t>
            </a:r>
          </a:p>
        </p:txBody>
      </p:sp>
      <p:sp>
        <p:nvSpPr>
          <p:cNvPr id="28" name="">
            <a:extLst xmlns:a="http://schemas.openxmlformats.org/drawingml/2006/main">
              <a:ext uri="{FF2B5EF4-FFF2-40B4-BE49-F238E27FC236}">
                <a16:creationId xmlns:a16="http://schemas.microsoft.com/office/drawing/2014/main" id="{AB7B9237-C435-4613-B808-0120DB55AEBE}"/>
              </a:ext>
            </a:extLst>
          </p:cNvPr>
          <p:cNvSpPr>
            <a:spLocks xmlns:a="http://schemas.openxmlformats.org/drawingml/2006/main" noGrp="1"/>
          </p:cNvSpPr>
          <p:nvPr/>
        </p:nvSpPr>
        <p:spPr>
          <a:xfrm xmlns:a="http://schemas.openxmlformats.org/drawingml/2006/main">
            <a:off x="7296150" y="4772025"/>
            <a:ext cx="3905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172131"/>
                </a:solidFill>
                <a:latin typeface="Calibri"/>
                <a:ea typeface="Calibri"/>
                <a:cs typeface="Calibri"/>
              </a:defRPr>
            </a:defPPr>
          </a:lstStyle>
          <a:p xmlns:a="http://schemas.openxmlformats.org/drawingml/2006/main">
            <a:pPr algn="l">
              <a:defRPr sz="1275" b="0">
                <a:solidFill>
                  <a:srgbClr val="172131"/>
                </a:solidFill>
                <a:latin typeface="Calibri"/>
                <a:ea typeface="Calibri"/>
                <a:cs typeface="Calibri"/>
              </a:defRPr>
            </a:pPr>
            <a:r>
              <a:rPr sz="1275" b="0">
                <a:solidFill>
                  <a:srgbClr val="172131"/>
                </a:solidFill>
                <a:latin typeface="Calibri"/>
                <a:ea typeface="Calibri"/>
                <a:cs typeface="Calibri"/>
              </a:rPr>
              <a:t>Export the decision trace.</a:t>
            </a:r>
          </a:p>
        </p:txBody>
      </p:sp>
    </p:spTree>
    <p:extLst>
      <p:ext uri="{BB962C8B-B14F-4D97-AF65-F5344CB8AC3E}">
        <p14:creationId xmlns:p14="http://schemas.microsoft.com/office/powerpoint/2010/main" val="1569726047"/>
      </p:ext>
    </p:extLst>
  </p:cSld>
</p:sld>
</file>

<file path=ppt/slides/slide11.xml><?xml version="1.0" encoding="utf-8"?>
<p:sld xmlns:p="http://schemas.openxmlformats.org/presentationml/2006/main">
  <p:cSld>
    <p:bg>
      <p:bgPr>
        <a:solidFill xmlns:a="http://schemas.openxmlformats.org/drawingml/2006/main">
          <a:srgbClr val="111927"/>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B223B8A-4A6D-400C-AEA8-4A3F9E6F23B8}"/>
              </a:ext>
            </a:extLst>
          </p:cNvPr>
          <p:cNvSpPr>
            <a:spLocks xmlns:a="http://schemas.openxmlformats.org/drawingml/2006/main" noGrp="1"/>
          </p:cNvSpPr>
          <p:nvPr/>
        </p:nvSpPr>
        <p:spPr>
          <a:xfrm xmlns:a="http://schemas.openxmlformats.org/drawingml/2006/main">
            <a:off x="514350" y="238125"/>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FFFFFF"/>
                </a:solidFill>
                <a:latin typeface="Calibri"/>
                <a:ea typeface="Calibri"/>
                <a:cs typeface="Calibri"/>
              </a:defRPr>
            </a:defPPr>
          </a:lstStyle>
          <a:p xmlns:a="http://schemas.openxmlformats.org/drawingml/2006/main">
            <a:pPr algn="l">
              <a:defRPr sz="1500" b="1">
                <a:solidFill>
                  <a:srgbClr val="FFFFFF"/>
                </a:solidFill>
                <a:latin typeface="Calibri"/>
                <a:ea typeface="Calibri"/>
                <a:cs typeface="Calibri"/>
              </a:defRPr>
            </a:pPr>
            <a:r>
              <a:rPr sz="1500" b="1">
                <a:solidFill>
                  <a:srgbClr val="FFFFFF"/>
                </a:solidFill>
                <a:latin typeface="Calibri"/>
                <a:ea typeface="Calibri"/>
                <a:cs typeface="Calibri"/>
              </a:rPr>
              <a:t>FWD</a:t>
            </a:r>
          </a:p>
        </p:txBody>
      </p:sp>
      <p:sp>
        <p:nvSpPr>
          <p:cNvPr id="2" name="">
            <a:extLst xmlns:a="http://schemas.openxmlformats.org/drawingml/2006/main">
              <a:ext uri="{FF2B5EF4-FFF2-40B4-BE49-F238E27FC236}">
                <a16:creationId xmlns:a16="http://schemas.microsoft.com/office/drawing/2014/main" id="{2B2C070A-AA9F-4189-A7F2-7D62017D1C0C}"/>
              </a:ext>
            </a:extLst>
          </p:cNvPr>
          <p:cNvSpPr>
            <a:spLocks xmlns:a="http://schemas.openxmlformats.org/drawingml/2006/main" noGrp="1"/>
          </p:cNvSpPr>
          <p:nvPr/>
        </p:nvSpPr>
        <p:spPr>
          <a:xfrm xmlns:a="http://schemas.openxmlformats.org/drawingml/2006/main">
            <a:off x="1066800" y="20955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D5FF4"/>
                </a:solidFill>
                <a:latin typeface="Calibri"/>
                <a:ea typeface="Calibri"/>
                <a:cs typeface="Calibri"/>
              </a:defRPr>
            </a:defPPr>
          </a:lstStyle>
          <a:p xmlns:a="http://schemas.openxmlformats.org/drawingml/2006/main">
            <a:pPr algn="l">
              <a:defRPr sz="1650" b="1">
                <a:solidFill>
                  <a:srgbClr val="2D5FF4"/>
                </a:solidFill>
                <a:latin typeface="Calibri"/>
                <a:ea typeface="Calibri"/>
                <a:cs typeface="Calibri"/>
              </a:defRPr>
            </a:pPr>
            <a:r>
              <a:rPr sz="1650" b="1">
                <a:solidFill>
                  <a:srgbClr val="2D5FF4"/>
                </a:solidFill>
                <a:latin typeface="Calibri"/>
                <a:ea typeface="Calibri"/>
                <a:cs typeface="Calibri"/>
              </a:rPr>
              <a:t>//</a:t>
            </a:r>
          </a:p>
        </p:txBody>
      </p:sp>
      <p:sp>
        <p:nvSpPr>
          <p:cNvPr id="3" name="">
            <a:extLst xmlns:a="http://schemas.openxmlformats.org/drawingml/2006/main">
              <a:ext uri="{FF2B5EF4-FFF2-40B4-BE49-F238E27FC236}">
                <a16:creationId xmlns:a16="http://schemas.microsoft.com/office/drawing/2014/main" id="{25FAD86C-2F51-433F-981A-7F0A2886711F}"/>
              </a:ext>
            </a:extLst>
          </p:cNvPr>
          <p:cNvSpPr>
            <a:spLocks xmlns:a="http://schemas.openxmlformats.org/drawingml/2006/main" noGrp="1"/>
          </p:cNvSpPr>
          <p:nvPr/>
        </p:nvSpPr>
        <p:spPr>
          <a:xfrm xmlns:a="http://schemas.openxmlformats.org/drawingml/2006/main">
            <a:off x="1552575" y="276225"/>
            <a:ext cx="3143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AEBBD0"/>
                </a:solidFill>
                <a:latin typeface="Calibri"/>
                <a:ea typeface="Calibri"/>
                <a:cs typeface="Calibri"/>
              </a:defRPr>
            </a:defPPr>
          </a:lstStyle>
          <a:p xmlns:a="http://schemas.openxmlformats.org/drawingml/2006/main">
            <a:pPr algn="l">
              <a:defRPr sz="900" b="0">
                <a:solidFill>
                  <a:srgbClr val="AEBBD0"/>
                </a:solidFill>
                <a:latin typeface="Calibri"/>
                <a:ea typeface="Calibri"/>
                <a:cs typeface="Calibri"/>
              </a:defRPr>
            </a:pPr>
            <a:r>
              <a:rPr sz="900" b="0">
                <a:solidFill>
                  <a:srgbClr val="AEBBD0"/>
                </a:solidFill>
                <a:latin typeface="Calibri"/>
                <a:ea typeface="Calibri"/>
                <a:cs typeface="Calibri"/>
              </a:rPr>
              <a:t>AI VEHICLE REQUIREMENTS LAB</a:t>
            </a:r>
          </a:p>
        </p:txBody>
      </p:sp>
      <p:sp>
        <p:nvSpPr>
          <p:cNvPr id="4" name="">
            <a:extLst xmlns:a="http://schemas.openxmlformats.org/drawingml/2006/main">
              <a:ext uri="{FF2B5EF4-FFF2-40B4-BE49-F238E27FC236}">
                <a16:creationId xmlns:a16="http://schemas.microsoft.com/office/drawing/2014/main" id="{2A4F874F-445F-41FB-B235-2828E1D77ABD}"/>
              </a:ext>
            </a:extLst>
          </p:cNvPr>
          <p:cNvSpPr>
            <a:spLocks xmlns:a="http://schemas.openxmlformats.org/drawingml/2006/main" noGrp="1"/>
          </p:cNvSpPr>
          <p:nvPr/>
        </p:nvSpPr>
        <p:spPr>
          <a:xfrm xmlns:a="http://schemas.openxmlformats.org/drawingml/2006/main">
            <a:off x="10572750" y="6505575"/>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AEBBD0"/>
                </a:solidFill>
                <a:latin typeface="Calibri"/>
                <a:ea typeface="Calibri"/>
                <a:cs typeface="Calibri"/>
              </a:defRPr>
            </a:defPPr>
          </a:lstStyle>
          <a:p xmlns:a="http://schemas.openxmlformats.org/drawingml/2006/main">
            <a:pPr algn="r">
              <a:defRPr sz="900" b="0">
                <a:solidFill>
                  <a:srgbClr val="AEBBD0"/>
                </a:solidFill>
                <a:latin typeface="Calibri"/>
                <a:ea typeface="Calibri"/>
                <a:cs typeface="Calibri"/>
              </a:defRPr>
            </a:pPr>
            <a:r>
              <a:rPr sz="900" b="0">
                <a:solidFill>
                  <a:srgbClr val="AEBBD0"/>
                </a:solidFill>
                <a:latin typeface="Calibri"/>
                <a:ea typeface="Calibri"/>
                <a:cs typeface="Calibri"/>
              </a:rPr>
              <a:t>11 / 11</a:t>
            </a:r>
          </a:p>
        </p:txBody>
      </p:sp>
      <p:sp>
        <p:nvSpPr>
          <p:cNvPr id="5" name="">
            <a:extLst xmlns:a="http://schemas.openxmlformats.org/drawingml/2006/main">
              <a:ext uri="{FF2B5EF4-FFF2-40B4-BE49-F238E27FC236}">
                <a16:creationId xmlns:a16="http://schemas.microsoft.com/office/drawing/2014/main" id="{FAEEC9B7-DA29-4E68-99D8-B1485F15A0E4}"/>
              </a:ext>
            </a:extLst>
          </p:cNvPr>
          <p:cNvSpPr>
            <a:spLocks xmlns:a="http://schemas.openxmlformats.org/drawingml/2006/main" noGrp="1"/>
          </p:cNvSpPr>
          <p:nvPr/>
        </p:nvSpPr>
        <p:spPr>
          <a:xfrm xmlns:a="http://schemas.openxmlformats.org/drawingml/2006/main">
            <a:off x="552450" y="1047750"/>
            <a:ext cx="58102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600" b="1">
                <a:solidFill>
                  <a:srgbClr val="FFFFFF"/>
                </a:solidFill>
                <a:latin typeface="Calibri"/>
                <a:ea typeface="Calibri"/>
                <a:cs typeface="Calibri"/>
              </a:defRPr>
            </a:defPPr>
          </a:lstStyle>
          <a:p xmlns:a="http://schemas.openxmlformats.org/drawingml/2006/main">
            <a:pPr algn="l">
              <a:defRPr sz="3600" b="1">
                <a:solidFill>
                  <a:srgbClr val="FFFFFF"/>
                </a:solidFill>
                <a:latin typeface="Calibri"/>
                <a:ea typeface="Calibri"/>
                <a:cs typeface="Calibri"/>
              </a:defRPr>
            </a:pPr>
            <a:r>
              <a:rPr sz="3600" b="1">
                <a:solidFill>
                  <a:srgbClr val="FFFFFF"/>
                </a:solidFill>
                <a:latin typeface="Calibri"/>
                <a:ea typeface="Calibri"/>
                <a:cs typeface="Calibri"/>
              </a:rPr>
              <a:t>Next proof: one scoped</a:t>
            </a:r>
          </a:p>
          <a:p xmlns:a="http://schemas.openxmlformats.org/drawingml/2006/main">
            <a:pPr algn="l">
              <a:defRPr sz="3600" b="1">
                <a:solidFill>
                  <a:srgbClr val="FFFFFF"/>
                </a:solidFill>
                <a:latin typeface="Calibri"/>
                <a:ea typeface="Calibri"/>
                <a:cs typeface="Calibri"/>
              </a:defRPr>
            </a:pPr>
            <a:r>
              <a:rPr sz="3600" b="1">
                <a:solidFill>
                  <a:srgbClr val="FFFFFF"/>
                </a:solidFill>
                <a:latin typeface="Calibri"/>
                <a:ea typeface="Calibri"/>
                <a:cs typeface="Calibri"/>
              </a:rPr>
              <a:t>G60 case.</a:t>
            </a:r>
          </a:p>
        </p:txBody>
      </p:sp>
      <p:sp>
        <p:nvSpPr>
          <p:cNvPr id="6" name="">
            <a:extLst xmlns:a="http://schemas.openxmlformats.org/drawingml/2006/main">
              <a:ext uri="{FF2B5EF4-FFF2-40B4-BE49-F238E27FC236}">
                <a16:creationId xmlns:a16="http://schemas.microsoft.com/office/drawing/2014/main" id="{3C283B2C-B6ED-4E7B-814D-55C97D02F781}"/>
              </a:ext>
            </a:extLst>
          </p:cNvPr>
          <p:cNvSpPr>
            <a:spLocks xmlns:a="http://schemas.openxmlformats.org/drawingml/2006/main" noGrp="1"/>
          </p:cNvSpPr>
          <p:nvPr/>
        </p:nvSpPr>
        <p:spPr>
          <a:xfrm xmlns:a="http://schemas.openxmlformats.org/drawingml/2006/main">
            <a:off x="609600" y="29527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FFFFFF"/>
                </a:solidFill>
                <a:latin typeface="Calibri"/>
                <a:ea typeface="Calibri"/>
                <a:cs typeface="Calibri"/>
              </a:defRPr>
            </a:defPPr>
          </a:lstStyle>
          <a:p xmlns:a="http://schemas.openxmlformats.org/drawingml/2006/main">
            <a:pPr algn="l">
              <a:defRPr sz="1500" b="1">
                <a:solidFill>
                  <a:srgbClr val="FFFFFF"/>
                </a:solidFill>
                <a:latin typeface="Calibri"/>
                <a:ea typeface="Calibri"/>
                <a:cs typeface="Calibri"/>
              </a:defRPr>
            </a:pPr>
            <a:r>
              <a:rPr sz="1500" b="1">
                <a:solidFill>
                  <a:srgbClr val="FFFFFF"/>
                </a:solidFill>
                <a:latin typeface="Calibri"/>
                <a:ea typeface="Calibri"/>
                <a:cs typeface="Calibri"/>
              </a:rPr>
              <a:t>Scope</a:t>
            </a:r>
          </a:p>
        </p:txBody>
      </p:sp>
      <p:sp>
        <p:nvSpPr>
          <p:cNvPr id="7" name="">
            <a:extLst xmlns:a="http://schemas.openxmlformats.org/drawingml/2006/main">
              <a:ext uri="{FF2B5EF4-FFF2-40B4-BE49-F238E27FC236}">
                <a16:creationId xmlns:a16="http://schemas.microsoft.com/office/drawing/2014/main" id="{3061AB2B-AA1D-422F-BFC2-E412592067AC}"/>
              </a:ext>
            </a:extLst>
          </p:cNvPr>
          <p:cNvSpPr>
            <a:spLocks xmlns:a="http://schemas.openxmlformats.org/drawingml/2006/main" noGrp="1"/>
          </p:cNvSpPr>
          <p:nvPr/>
        </p:nvSpPr>
        <p:spPr>
          <a:xfrm xmlns:a="http://schemas.openxmlformats.org/drawingml/2006/main">
            <a:off x="2171700" y="295275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C8D2E1"/>
                </a:solidFill>
                <a:latin typeface="Calibri"/>
                <a:ea typeface="Calibri"/>
                <a:cs typeface="Calibri"/>
              </a:defRPr>
            </a:defPPr>
          </a:lstStyle>
          <a:p xmlns:a="http://schemas.openxmlformats.org/drawingml/2006/main">
            <a:pPr algn="l">
              <a:defRPr sz="1350" b="0">
                <a:solidFill>
                  <a:srgbClr val="C8D2E1"/>
                </a:solidFill>
                <a:latin typeface="Calibri"/>
                <a:ea typeface="Calibri"/>
                <a:cs typeface="Calibri"/>
              </a:defRPr>
            </a:pPr>
            <a:r>
              <a:rPr sz="1350" b="0">
                <a:solidFill>
                  <a:srgbClr val="C8D2E1"/>
                </a:solidFill>
                <a:latin typeface="Calibri"/>
                <a:ea typeface="Calibri"/>
                <a:cs typeface="Calibri"/>
              </a:rPr>
              <a:t>US G60 family; exact trim open</a:t>
            </a:r>
          </a:p>
        </p:txBody>
      </p:sp>
      <p:sp>
        <p:nvSpPr>
          <p:cNvPr id="8" name="">
            <a:extLst xmlns:a="http://schemas.openxmlformats.org/drawingml/2006/main">
              <a:ext uri="{FF2B5EF4-FFF2-40B4-BE49-F238E27FC236}">
                <a16:creationId xmlns:a16="http://schemas.microsoft.com/office/drawing/2014/main" id="{D873F65D-372E-4ACE-9DF6-538DFCCD1991}"/>
              </a:ext>
            </a:extLst>
          </p:cNvPr>
          <p:cNvSpPr>
            <a:spLocks xmlns:a="http://schemas.openxmlformats.org/drawingml/2006/main" noGrp="1"/>
          </p:cNvSpPr>
          <p:nvPr/>
        </p:nvSpPr>
        <p:spPr>
          <a:xfrm xmlns:a="http://schemas.openxmlformats.org/drawingml/2006/main">
            <a:off x="609600" y="35623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FFFFFF"/>
                </a:solidFill>
                <a:latin typeface="Calibri"/>
                <a:ea typeface="Calibri"/>
                <a:cs typeface="Calibri"/>
              </a:defRPr>
            </a:defPPr>
          </a:lstStyle>
          <a:p xmlns:a="http://schemas.openxmlformats.org/drawingml/2006/main">
            <a:pPr algn="l">
              <a:defRPr sz="1500" b="1">
                <a:solidFill>
                  <a:srgbClr val="FFFFFF"/>
                </a:solidFill>
                <a:latin typeface="Calibri"/>
                <a:ea typeface="Calibri"/>
                <a:cs typeface="Calibri"/>
              </a:defRPr>
            </a:pPr>
            <a:r>
              <a:rPr sz="1500" b="1">
                <a:solidFill>
                  <a:srgbClr val="FFFFFF"/>
                </a:solidFill>
                <a:latin typeface="Calibri"/>
                <a:ea typeface="Calibri"/>
                <a:cs typeface="Calibri"/>
              </a:rPr>
              <a:t>Trace</a:t>
            </a:r>
          </a:p>
        </p:txBody>
      </p:sp>
      <p:sp>
        <p:nvSpPr>
          <p:cNvPr id="9" name="">
            <a:extLst xmlns:a="http://schemas.openxmlformats.org/drawingml/2006/main">
              <a:ext uri="{FF2B5EF4-FFF2-40B4-BE49-F238E27FC236}">
                <a16:creationId xmlns:a16="http://schemas.microsoft.com/office/drawing/2014/main" id="{4ED8A85F-C2B7-4618-ABC4-634F05737B6E}"/>
              </a:ext>
            </a:extLst>
          </p:cNvPr>
          <p:cNvSpPr>
            <a:spLocks xmlns:a="http://schemas.openxmlformats.org/drawingml/2006/main" noGrp="1"/>
          </p:cNvSpPr>
          <p:nvPr/>
        </p:nvSpPr>
        <p:spPr>
          <a:xfrm xmlns:a="http://schemas.openxmlformats.org/drawingml/2006/main">
            <a:off x="2171700" y="356235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C8D2E1"/>
                </a:solidFill>
                <a:latin typeface="Calibri"/>
                <a:ea typeface="Calibri"/>
                <a:cs typeface="Calibri"/>
              </a:defRPr>
            </a:defPPr>
          </a:lstStyle>
          <a:p xmlns:a="http://schemas.openxmlformats.org/drawingml/2006/main">
            <a:pPr algn="l">
              <a:defRPr sz="1350" b="0">
                <a:solidFill>
                  <a:srgbClr val="C8D2E1"/>
                </a:solidFill>
                <a:latin typeface="Calibri"/>
                <a:ea typeface="Calibri"/>
                <a:cs typeface="Calibri"/>
              </a:defRPr>
            </a:pPr>
            <a:r>
              <a:rPr sz="1350" b="0">
                <a:solidFill>
                  <a:srgbClr val="C8D2E1"/>
                </a:solidFill>
                <a:latin typeface="Calibri"/>
                <a:ea typeface="Calibri"/>
                <a:cs typeface="Calibri"/>
              </a:rPr>
              <a:t>A finding to its source row</a:t>
            </a:r>
          </a:p>
        </p:txBody>
      </p:sp>
      <p:sp>
        <p:nvSpPr>
          <p:cNvPr id="10" name="">
            <a:extLst xmlns:a="http://schemas.openxmlformats.org/drawingml/2006/main">
              <a:ext uri="{FF2B5EF4-FFF2-40B4-BE49-F238E27FC236}">
                <a16:creationId xmlns:a16="http://schemas.microsoft.com/office/drawing/2014/main" id="{ECA99B09-4D5F-408B-B32E-468386819C67}"/>
              </a:ext>
            </a:extLst>
          </p:cNvPr>
          <p:cNvSpPr>
            <a:spLocks xmlns:a="http://schemas.openxmlformats.org/drawingml/2006/main" noGrp="1"/>
          </p:cNvSpPr>
          <p:nvPr/>
        </p:nvSpPr>
        <p:spPr>
          <a:xfrm xmlns:a="http://schemas.openxmlformats.org/drawingml/2006/main">
            <a:off x="609600" y="41719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FFFFFF"/>
                </a:solidFill>
                <a:latin typeface="Calibri"/>
                <a:ea typeface="Calibri"/>
                <a:cs typeface="Calibri"/>
              </a:defRPr>
            </a:defPPr>
          </a:lstStyle>
          <a:p xmlns:a="http://schemas.openxmlformats.org/drawingml/2006/main">
            <a:pPr algn="l">
              <a:defRPr sz="1500" b="1">
                <a:solidFill>
                  <a:srgbClr val="FFFFFF"/>
                </a:solidFill>
                <a:latin typeface="Calibri"/>
                <a:ea typeface="Calibri"/>
                <a:cs typeface="Calibri"/>
              </a:defRPr>
            </a:pPr>
            <a:r>
              <a:rPr sz="1500" b="1">
                <a:solidFill>
                  <a:srgbClr val="FFFFFF"/>
                </a:solidFill>
                <a:latin typeface="Calibri"/>
                <a:ea typeface="Calibri"/>
                <a:cs typeface="Calibri"/>
              </a:rPr>
              <a:t>Review</a:t>
            </a:r>
          </a:p>
        </p:txBody>
      </p:sp>
      <p:sp>
        <p:nvSpPr>
          <p:cNvPr id="11" name="">
            <a:extLst xmlns:a="http://schemas.openxmlformats.org/drawingml/2006/main">
              <a:ext uri="{FF2B5EF4-FFF2-40B4-BE49-F238E27FC236}">
                <a16:creationId xmlns:a16="http://schemas.microsoft.com/office/drawing/2014/main" id="{B39E2CBB-A6AE-48A4-B3FD-53EB339BAF4C}"/>
              </a:ext>
            </a:extLst>
          </p:cNvPr>
          <p:cNvSpPr>
            <a:spLocks xmlns:a="http://schemas.openxmlformats.org/drawingml/2006/main" noGrp="1"/>
          </p:cNvSpPr>
          <p:nvPr/>
        </p:nvSpPr>
        <p:spPr>
          <a:xfrm xmlns:a="http://schemas.openxmlformats.org/drawingml/2006/main">
            <a:off x="2171700" y="417195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C8D2E1"/>
                </a:solidFill>
                <a:latin typeface="Calibri"/>
                <a:ea typeface="Calibri"/>
                <a:cs typeface="Calibri"/>
              </a:defRPr>
            </a:defPPr>
          </a:lstStyle>
          <a:p xmlns:a="http://schemas.openxmlformats.org/drawingml/2006/main">
            <a:pPr algn="l">
              <a:defRPr sz="1350" b="0">
                <a:solidFill>
                  <a:srgbClr val="C8D2E1"/>
                </a:solidFill>
                <a:latin typeface="Calibri"/>
                <a:ea typeface="Calibri"/>
                <a:cs typeface="Calibri"/>
              </a:defRPr>
            </a:pPr>
            <a:r>
              <a:rPr sz="1350" b="0">
                <a:solidFill>
                  <a:srgbClr val="C8D2E1"/>
                </a:solidFill>
                <a:latin typeface="Calibri"/>
                <a:ea typeface="Calibri"/>
                <a:cs typeface="Calibri"/>
              </a:rPr>
              <a:t>A candidate requirement</a:t>
            </a:r>
          </a:p>
        </p:txBody>
      </p:sp>
      <p:sp>
        <p:nvSpPr>
          <p:cNvPr id="12" name="">
            <a:extLst xmlns:a="http://schemas.openxmlformats.org/drawingml/2006/main">
              <a:ext uri="{FF2B5EF4-FFF2-40B4-BE49-F238E27FC236}">
                <a16:creationId xmlns:a16="http://schemas.microsoft.com/office/drawing/2014/main" id="{5DB22976-9595-4C1B-9340-F14B94CD772A}"/>
              </a:ext>
            </a:extLst>
          </p:cNvPr>
          <p:cNvSpPr>
            <a:spLocks xmlns:a="http://schemas.openxmlformats.org/drawingml/2006/main" noGrp="1"/>
          </p:cNvSpPr>
          <p:nvPr/>
        </p:nvSpPr>
        <p:spPr>
          <a:xfrm xmlns:a="http://schemas.openxmlformats.org/drawingml/2006/main">
            <a:off x="609600" y="47815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FFFFFF"/>
                </a:solidFill>
                <a:latin typeface="Calibri"/>
                <a:ea typeface="Calibri"/>
                <a:cs typeface="Calibri"/>
              </a:defRPr>
            </a:defPPr>
          </a:lstStyle>
          <a:p xmlns:a="http://schemas.openxmlformats.org/drawingml/2006/main">
            <a:pPr algn="l">
              <a:defRPr sz="1500" b="1">
                <a:solidFill>
                  <a:srgbClr val="FFFFFF"/>
                </a:solidFill>
                <a:latin typeface="Calibri"/>
                <a:ea typeface="Calibri"/>
                <a:cs typeface="Calibri"/>
              </a:defRPr>
            </a:pPr>
            <a:r>
              <a:rPr sz="1500" b="1">
                <a:solidFill>
                  <a:srgbClr val="FFFFFF"/>
                </a:solidFill>
                <a:latin typeface="Calibri"/>
                <a:ea typeface="Calibri"/>
                <a:cs typeface="Calibri"/>
              </a:rPr>
              <a:t>Decide</a:t>
            </a:r>
          </a:p>
        </p:txBody>
      </p:sp>
      <p:sp>
        <p:nvSpPr>
          <p:cNvPr id="13" name="">
            <a:extLst xmlns:a="http://schemas.openxmlformats.org/drawingml/2006/main">
              <a:ext uri="{FF2B5EF4-FFF2-40B4-BE49-F238E27FC236}">
                <a16:creationId xmlns:a16="http://schemas.microsoft.com/office/drawing/2014/main" id="{C32B05F4-57D6-45BD-9235-124E60C41493}"/>
              </a:ext>
            </a:extLst>
          </p:cNvPr>
          <p:cNvSpPr>
            <a:spLocks xmlns:a="http://schemas.openxmlformats.org/drawingml/2006/main" noGrp="1"/>
          </p:cNvSpPr>
          <p:nvPr/>
        </p:nvSpPr>
        <p:spPr>
          <a:xfrm xmlns:a="http://schemas.openxmlformats.org/drawingml/2006/main">
            <a:off x="2171700" y="478155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C8D2E1"/>
                </a:solidFill>
                <a:latin typeface="Calibri"/>
                <a:ea typeface="Calibri"/>
                <a:cs typeface="Calibri"/>
              </a:defRPr>
            </a:defPPr>
          </a:lstStyle>
          <a:p xmlns:a="http://schemas.openxmlformats.org/drawingml/2006/main">
            <a:pPr algn="l">
              <a:defRPr sz="1350" b="0">
                <a:solidFill>
                  <a:srgbClr val="C8D2E1"/>
                </a:solidFill>
                <a:latin typeface="Calibri"/>
                <a:ea typeface="Calibri"/>
                <a:cs typeface="Calibri"/>
              </a:defRPr>
            </a:pPr>
            <a:r>
              <a:rPr sz="1350" b="0">
                <a:solidFill>
                  <a:srgbClr val="C8D2E1"/>
                </a:solidFill>
                <a:latin typeface="Calibri"/>
                <a:ea typeface="Calibri"/>
                <a:cs typeface="Calibri"/>
              </a:rPr>
              <a:t>A PM-owned version and export</a:t>
            </a:r>
          </a:p>
        </p:txBody>
      </p:sp>
      <p:sp>
        <p:nvSpPr>
          <p:cNvPr id="14" name="">
            <a:extLst xmlns:a="http://schemas.openxmlformats.org/drawingml/2006/main">
              <a:ext uri="{FF2B5EF4-FFF2-40B4-BE49-F238E27FC236}">
                <a16:creationId xmlns:a16="http://schemas.microsoft.com/office/drawing/2014/main" id="{7F4D3707-6D38-4505-9696-E78F6BAE9EB1}"/>
              </a:ext>
            </a:extLst>
          </p:cNvPr>
          <p:cNvSpPr>
            <a:spLocks xmlns:a="http://schemas.openxmlformats.org/drawingml/2006/main" noGrp="1"/>
          </p:cNvSpPr>
          <p:nvPr/>
        </p:nvSpPr>
        <p:spPr>
          <a:xfrm xmlns:a="http://schemas.openxmlformats.org/drawingml/2006/main">
            <a:off x="609600" y="5619750"/>
            <a:ext cx="1238250" cy="47625"/>
          </a:xfrm>
          <a:prstGeom xmlns:a="http://schemas.openxmlformats.org/drawingml/2006/main" prst="rect">
            <a:avLst/>
          </a:prstGeom>
          <a:solidFill xmlns:a="http://schemas.openxmlformats.org/drawingml/2006/main">
            <a:srgbClr val="2D5FF4"/>
          </a:solidFill>
          <a:ln xmlns:a="http://schemas.openxmlformats.org/drawingml/2006/main" w="0">
            <a:noFill/>
            <a:prstDash val="solid"/>
          </a:ln>
        </p:spPr>
      </p:sp>
    </p:spTree>
    <p:extLst>
      <p:ext uri="{BB962C8B-B14F-4D97-AF65-F5344CB8AC3E}">
        <p14:creationId xmlns:p14="http://schemas.microsoft.com/office/powerpoint/2010/main" val="110120121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2026-10-11T05:31:55.3210000Z</dcterms:created>
  <dcterms:modified xsi:type="dcterms:W3CDTF">2026-10-11T05:31:55.3210000Z</dcterms:modified>
</coreProperties>
</file>